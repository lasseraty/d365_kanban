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media/image48.svg" ContentType="image/svg"/>
  <Override PartName="/ppt/theme/theme2.xml" ContentType="application/vnd.openxmlformats-officedocument.theme+xml"/>
  <Override PartName="/ppt/notesSlides/notesSlide1.xml" ContentType="application/vnd.openxmlformats-officedocument.presentationml.notesSlide+xml"/>
  <Override PartName="/ppt/webextensions/webextension1.xml" ContentType="application/vnd.ms-office.webextensio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147481525"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0" autoAdjust="0"/>
    <p:restoredTop sz="94660"/>
  </p:normalViewPr>
  <p:slideViewPr>
    <p:cSldViewPr snapToGrid="0">
      <p:cViewPr varScale="1">
        <p:scale>
          <a:sx n="115" d="100"/>
          <a:sy n="115" d="100"/>
        </p:scale>
        <p:origin x="149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E3CF90-3793-4E74-A4B4-C19EA2E0AAC3}"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E6E484-F509-4A86-8F8B-8D56833AFADD}" type="slidenum">
              <a:rPr lang="en-US" smtClean="0"/>
              <a:t>‹#›</a:t>
            </a:fld>
            <a:endParaRPr lang="en-US"/>
          </a:p>
        </p:txBody>
      </p:sp>
    </p:spTree>
    <p:extLst>
      <p:ext uri="{BB962C8B-B14F-4D97-AF65-F5344CB8AC3E}">
        <p14:creationId xmlns:p14="http://schemas.microsoft.com/office/powerpoint/2010/main" val="152909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Microsoft's CRM has evolved over 23 years from an on-premises Outlook companion (CRM 1.0, January 2003) into Dynamics 365 with Copilot and autonomous agents. Key turning points: CRM 3.0 adds marketing (2005), CRM Online launches (April 2008), CRM 2011 brings dashboards and charts, FieldOne is acquired (July 2015) to become Field Service, Dynamics 365 launches on 1 November 2016, the Unified Interface arrives with v9.0 (2017), Dynamics 365 Marketing arrives in April 2018, release waves start in 2019, Dataverse follows in 2020, Copilot in March 2023 and autonomous agents in October 2024.</a:t>
            </a:r>
          </a:p>
          <a:p>
            <a:endParaRPr/>
          </a:p>
          <a:p>
            <a:endParaRPr/>
          </a:p>
          <a:p>
            <a:r>
              <a:t>Using this slide:</a:t>
            </a:r>
          </a:p>
          <a:p>
            <a:r>
              <a:t>Click one of the five figures or an era label to jump to that era. Click any dot on the timeline to see what that milestone brought. Use the Prev / Next buttons or the left and right arrow keys to walk through all 28 milestones in order.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svg"/><Relationship Id="rId7" Type="http://schemas.openxmlformats.org/officeDocument/2006/relationships/image" Target="../media/image18.svg"/><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9.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0.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3.jpeg"/><Relationship Id="rId1" Type="http://schemas.openxmlformats.org/officeDocument/2006/relationships/slideMaster" Target="../slideMasters/slideMaster1.xml"/><Relationship Id="rId4" Type="http://schemas.openxmlformats.org/officeDocument/2006/relationships/image" Target="../media/image32.svg"/></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4.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39.svg"/><Relationship Id="rId2" Type="http://schemas.openxmlformats.org/officeDocument/2006/relationships/image" Target="../media/image35.svg"/><Relationship Id="rId1" Type="http://schemas.openxmlformats.org/officeDocument/2006/relationships/slideMaster" Target="../slideMasters/slideMaster1.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36.svg"/></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0.svg"/><Relationship Id="rId1" Type="http://schemas.openxmlformats.org/officeDocument/2006/relationships/slideMaster" Target="../slideMasters/slideMaster1.xml"/><Relationship Id="rId4" Type="http://schemas.openxmlformats.org/officeDocument/2006/relationships/image" Target="../media/image41.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5.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6.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50.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tx2"/>
        </a:solidFill>
        <a:effectLst/>
      </p:bgPr>
    </p:bg>
    <p:spTree>
      <p:nvGrpSpPr>
        <p:cNvPr id="1" name=""/>
        <p:cNvGrpSpPr/>
        <p:nvPr/>
      </p:nvGrpSpPr>
      <p:grpSpPr>
        <a:xfrm>
          <a:off x="0" y="0"/>
          <a:ext cx="0" cy="0"/>
          <a:chOff x="0" y="0"/>
          <a:chExt cx="0" cy="0"/>
        </a:xfrm>
      </p:grpSpPr>
      <p:pic>
        <p:nvPicPr>
          <p:cNvPr id="6" name="Kuva 5" descr="Kuva, joka sisältää kohteen taivas, vaate, henkilö, aurinkolasit&#10;&#10;Tekoälyn generoima sisältö voi olla virheellistä.">
            <a:extLst>
              <a:ext uri="{FF2B5EF4-FFF2-40B4-BE49-F238E27FC236}">
                <a16:creationId xmlns:a16="http://schemas.microsoft.com/office/drawing/2014/main" id="{BE5D5EC6-1D72-7935-EBF6-68C05CA4B47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Subtitle 2"/>
          <p:cNvSpPr>
            <a:spLocks noGrp="1"/>
          </p:cNvSpPr>
          <p:nvPr>
            <p:ph type="subTitle" idx="1" hasCustomPrompt="1"/>
          </p:nvPr>
        </p:nvSpPr>
        <p:spPr>
          <a:xfrm>
            <a:off x="914400" y="3409950"/>
            <a:ext cx="5181600" cy="1752600"/>
          </a:xfrm>
        </p:spPr>
        <p:txBody>
          <a:bodyPr/>
          <a:lstStyle>
            <a:lvl1pPr marL="0" indent="0" algn="l">
              <a:buNone/>
              <a:defRPr>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subtitle</a:t>
            </a:r>
          </a:p>
        </p:txBody>
      </p:sp>
      <p:pic>
        <p:nvPicPr>
          <p:cNvPr id="4" name="Kuva 3">
            <a:extLst>
              <a:ext uri="{FF2B5EF4-FFF2-40B4-BE49-F238E27FC236}">
                <a16:creationId xmlns:a16="http://schemas.microsoft.com/office/drawing/2014/main" id="{7BAE6125-4B6F-B2DF-B600-D63BB8AFD3B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50695" y="1041620"/>
            <a:ext cx="6104234" cy="2835068"/>
          </a:xfrm>
          <a:prstGeom prst="rect">
            <a:avLst/>
          </a:prstGeom>
        </p:spPr>
      </p:pic>
    </p:spTree>
    <p:extLst>
      <p:ext uri="{BB962C8B-B14F-4D97-AF65-F5344CB8AC3E}">
        <p14:creationId xmlns:p14="http://schemas.microsoft.com/office/powerpoint/2010/main" val="505759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2_Title Slide">
    <p:bg>
      <p:bgPr>
        <a:solidFill>
          <a:schemeClr val="tx2"/>
        </a:solidFill>
        <a:effectLst/>
      </p:bgPr>
    </p:bg>
    <p:spTree>
      <p:nvGrpSpPr>
        <p:cNvPr id="1" name=""/>
        <p:cNvGrpSpPr/>
        <p:nvPr/>
      </p:nvGrpSpPr>
      <p:grpSpPr>
        <a:xfrm>
          <a:off x="0" y="0"/>
          <a:ext cx="0" cy="0"/>
          <a:chOff x="0" y="0"/>
          <a:chExt cx="0" cy="0"/>
        </a:xfrm>
      </p:grpSpPr>
      <p:pic>
        <p:nvPicPr>
          <p:cNvPr id="6" name="Kuva 5" descr="Kuva, joka sisältää kohteen taivas, vaate, henkilö, aurinkolasit&#10;&#10;Tekoälyn generoima sisältö voi olla virheellistä.">
            <a:extLst>
              <a:ext uri="{FF2B5EF4-FFF2-40B4-BE49-F238E27FC236}">
                <a16:creationId xmlns:a16="http://schemas.microsoft.com/office/drawing/2014/main" id="{ACC2A477-7390-0958-1D2E-B40F452D10F4}"/>
              </a:ext>
            </a:extLst>
          </p:cNvPr>
          <p:cNvPicPr>
            <a:picLocks noChangeAspect="1"/>
          </p:cNvPicPr>
          <p:nvPr userDrawn="1"/>
        </p:nvPicPr>
        <p:blipFill>
          <a:blip r:embed="rId2"/>
          <a:stretch>
            <a:fillRect/>
          </a:stretch>
        </p:blipFill>
        <p:spPr>
          <a:xfrm>
            <a:off x="9525" y="0"/>
            <a:ext cx="12192000" cy="6858000"/>
          </a:xfrm>
          <a:prstGeom prst="rect">
            <a:avLst/>
          </a:prstGeom>
        </p:spPr>
      </p:pic>
      <p:sp>
        <p:nvSpPr>
          <p:cNvPr id="2" name="Title 1"/>
          <p:cNvSpPr>
            <a:spLocks noGrp="1"/>
          </p:cNvSpPr>
          <p:nvPr>
            <p:ph type="ctrTitle" hasCustomPrompt="1"/>
          </p:nvPr>
        </p:nvSpPr>
        <p:spPr>
          <a:xfrm>
            <a:off x="914400" y="1654176"/>
            <a:ext cx="5181600" cy="1470025"/>
          </a:xfrm>
        </p:spPr>
        <p:txBody>
          <a:bodyPr anchor="b" anchorCtr="0">
            <a:normAutofit/>
          </a:bodyPr>
          <a:lstStyle>
            <a:lvl1pPr algn="l">
              <a:defRPr sz="5000" b="0">
                <a:solidFill>
                  <a:schemeClr val="bg1"/>
                </a:solidFill>
                <a:latin typeface="+mj-lt"/>
              </a:defRPr>
            </a:lvl1pPr>
          </a:lstStyle>
          <a:p>
            <a:r>
              <a:rPr lang="en-US"/>
              <a:t>CLICK TO ADD HEADLINE</a:t>
            </a:r>
          </a:p>
        </p:txBody>
      </p:sp>
      <p:sp>
        <p:nvSpPr>
          <p:cNvPr id="3" name="Subtitle 2"/>
          <p:cNvSpPr>
            <a:spLocks noGrp="1"/>
          </p:cNvSpPr>
          <p:nvPr>
            <p:ph type="subTitle" idx="1" hasCustomPrompt="1"/>
          </p:nvPr>
        </p:nvSpPr>
        <p:spPr>
          <a:xfrm>
            <a:off x="914400" y="3409950"/>
            <a:ext cx="5181600" cy="1752600"/>
          </a:xfrm>
        </p:spPr>
        <p:txBody>
          <a:bodyPr/>
          <a:lstStyle>
            <a:lvl1pPr marL="0" indent="0" algn="l">
              <a:buNone/>
              <a:defRPr>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subtitle</a:t>
            </a:r>
          </a:p>
        </p:txBody>
      </p:sp>
      <p:pic>
        <p:nvPicPr>
          <p:cNvPr id="4" name="Kuva 3">
            <a:extLst>
              <a:ext uri="{FF2B5EF4-FFF2-40B4-BE49-F238E27FC236}">
                <a16:creationId xmlns:a16="http://schemas.microsoft.com/office/drawing/2014/main" id="{E30AE383-8B38-F368-ADB6-A51EC208DF9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spTree>
    <p:extLst>
      <p:ext uri="{BB962C8B-B14F-4D97-AF65-F5344CB8AC3E}">
        <p14:creationId xmlns:p14="http://schemas.microsoft.com/office/powerpoint/2010/main" val="2246189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
    <p:bg>
      <p:bgPr>
        <a:solidFill>
          <a:schemeClr val="accent1"/>
        </a:solidFill>
        <a:effectLst/>
      </p:bgPr>
    </p:bg>
    <p:spTree>
      <p:nvGrpSpPr>
        <p:cNvPr id="1" name=""/>
        <p:cNvGrpSpPr/>
        <p:nvPr/>
      </p:nvGrpSpPr>
      <p:grpSpPr>
        <a:xfrm>
          <a:off x="0" y="0"/>
          <a:ext cx="0" cy="0"/>
          <a:chOff x="0" y="0"/>
          <a:chExt cx="0" cy="0"/>
        </a:xfrm>
      </p:grpSpPr>
      <p:pic>
        <p:nvPicPr>
          <p:cNvPr id="15" name="Kuva 14" descr="Kuva, joka sisältää kohteen Ihmisen kasvot, henkilö, taivas, vaate&#10;&#10;Tekoälyn generoima sisältö voi olla virheellistä.">
            <a:extLst>
              <a:ext uri="{FF2B5EF4-FFF2-40B4-BE49-F238E27FC236}">
                <a16:creationId xmlns:a16="http://schemas.microsoft.com/office/drawing/2014/main" id="{3ECBB4B3-DE47-0811-A043-F67BF128A34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2"/>
            <a:ext cx="12192000" cy="6858001"/>
          </a:xfrm>
          <a:prstGeom prst="rect">
            <a:avLst/>
          </a:prstGeom>
        </p:spPr>
      </p:pic>
      <p:pic>
        <p:nvPicPr>
          <p:cNvPr id="7" name="Kuva 6">
            <a:extLst>
              <a:ext uri="{FF2B5EF4-FFF2-40B4-BE49-F238E27FC236}">
                <a16:creationId xmlns:a16="http://schemas.microsoft.com/office/drawing/2014/main" id="{ACF1BE98-E007-1BAF-F63C-4EB5EB55AEE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3" y="6052858"/>
            <a:ext cx="1563287" cy="726057"/>
          </a:xfrm>
          <a:prstGeom prst="rect">
            <a:avLst/>
          </a:prstGeom>
        </p:spPr>
      </p:pic>
      <p:sp>
        <p:nvSpPr>
          <p:cNvPr id="4" name="Sisällön paikkamerkki 3">
            <a:extLst>
              <a:ext uri="{FF2B5EF4-FFF2-40B4-BE49-F238E27FC236}">
                <a16:creationId xmlns:a16="http://schemas.microsoft.com/office/drawing/2014/main" id="{977E2E4E-5D92-DF6A-5599-C23CD0FA029E}"/>
              </a:ext>
            </a:extLst>
          </p:cNvPr>
          <p:cNvSpPr>
            <a:spLocks noGrp="1"/>
          </p:cNvSpPr>
          <p:nvPr>
            <p:ph idx="1" hasCustomPrompt="1"/>
          </p:nvPr>
        </p:nvSpPr>
        <p:spPr>
          <a:xfrm>
            <a:off x="1152754" y="2608765"/>
            <a:ext cx="4710037" cy="300844"/>
          </a:xfrm>
        </p:spPr>
        <p:txBody>
          <a:bodyPr anchor="ctr" anchorCtr="0">
            <a:noAutofit/>
          </a:bodyPr>
          <a:lstStyle>
            <a:lvl1pPr marL="0" indent="0">
              <a:buNone/>
              <a:defRPr sz="1800" b="0">
                <a:solidFill>
                  <a:schemeClr val="bg1"/>
                </a:solidFill>
              </a:defRPr>
            </a:lvl1pPr>
          </a:lstStyle>
          <a:p>
            <a:r>
              <a:rPr lang="en-US"/>
              <a:t>Click to edit</a:t>
            </a:r>
            <a:endParaRPr lang="en-FI"/>
          </a:p>
        </p:txBody>
      </p:sp>
      <p:sp>
        <p:nvSpPr>
          <p:cNvPr id="5" name="Sisällön paikkamerkki 5">
            <a:extLst>
              <a:ext uri="{FF2B5EF4-FFF2-40B4-BE49-F238E27FC236}">
                <a16:creationId xmlns:a16="http://schemas.microsoft.com/office/drawing/2014/main" id="{B3352BB7-B437-9044-7529-196C974B4E08}"/>
              </a:ext>
            </a:extLst>
          </p:cNvPr>
          <p:cNvSpPr>
            <a:spLocks noGrp="1"/>
          </p:cNvSpPr>
          <p:nvPr>
            <p:ph idx="20" hasCustomPrompt="1"/>
          </p:nvPr>
        </p:nvSpPr>
        <p:spPr>
          <a:xfrm>
            <a:off x="1152753" y="3137788"/>
            <a:ext cx="4710037" cy="300844"/>
          </a:xfrm>
        </p:spPr>
        <p:txBody>
          <a:bodyPr anchor="ctr" anchorCtr="0">
            <a:noAutofit/>
          </a:bodyPr>
          <a:lstStyle>
            <a:lvl1pPr marL="0" indent="0">
              <a:buNone/>
              <a:defRPr sz="1800" b="0">
                <a:solidFill>
                  <a:schemeClr val="bg1"/>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to edit</a:t>
            </a:r>
            <a:endParaRPr lang="en-FI"/>
          </a:p>
        </p:txBody>
      </p:sp>
      <p:sp>
        <p:nvSpPr>
          <p:cNvPr id="6" name="Sisällön paikkamerkki 6">
            <a:extLst>
              <a:ext uri="{FF2B5EF4-FFF2-40B4-BE49-F238E27FC236}">
                <a16:creationId xmlns:a16="http://schemas.microsoft.com/office/drawing/2014/main" id="{5BFE4242-2496-6345-7FA4-EAF5EB101393}"/>
              </a:ext>
            </a:extLst>
          </p:cNvPr>
          <p:cNvSpPr>
            <a:spLocks noGrp="1"/>
          </p:cNvSpPr>
          <p:nvPr>
            <p:ph idx="21" hasCustomPrompt="1"/>
          </p:nvPr>
        </p:nvSpPr>
        <p:spPr>
          <a:xfrm>
            <a:off x="1156451" y="3666811"/>
            <a:ext cx="4710037" cy="300844"/>
          </a:xfrm>
        </p:spPr>
        <p:txBody>
          <a:bodyPr anchor="ctr" anchorCtr="0">
            <a:noAutofit/>
          </a:bodyPr>
          <a:lstStyle>
            <a:lvl1pPr marL="0" indent="0">
              <a:buNone/>
              <a:defRPr sz="1800" b="0">
                <a:solidFill>
                  <a:schemeClr val="bg1"/>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to edit</a:t>
            </a:r>
            <a:endParaRPr lang="en-FI"/>
          </a:p>
        </p:txBody>
      </p:sp>
      <p:sp>
        <p:nvSpPr>
          <p:cNvPr id="8" name="Sisällön paikkamerkki 7">
            <a:extLst>
              <a:ext uri="{FF2B5EF4-FFF2-40B4-BE49-F238E27FC236}">
                <a16:creationId xmlns:a16="http://schemas.microsoft.com/office/drawing/2014/main" id="{82F509D6-83B9-9B07-11CB-E1FEE01AC1D2}"/>
              </a:ext>
            </a:extLst>
          </p:cNvPr>
          <p:cNvSpPr>
            <a:spLocks noGrp="1"/>
          </p:cNvSpPr>
          <p:nvPr>
            <p:ph idx="22" hasCustomPrompt="1"/>
          </p:nvPr>
        </p:nvSpPr>
        <p:spPr>
          <a:xfrm>
            <a:off x="1156450" y="4195834"/>
            <a:ext cx="4710037" cy="300844"/>
          </a:xfrm>
        </p:spPr>
        <p:txBody>
          <a:bodyPr anchor="ctr" anchorCtr="0">
            <a:noAutofit/>
          </a:bodyPr>
          <a:lstStyle>
            <a:lvl1pPr marL="0" indent="0">
              <a:buNone/>
              <a:defRPr sz="1800" b="0">
                <a:solidFill>
                  <a:schemeClr val="bg1"/>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to edit</a:t>
            </a:r>
            <a:endParaRPr lang="en-FI"/>
          </a:p>
        </p:txBody>
      </p:sp>
      <p:sp>
        <p:nvSpPr>
          <p:cNvPr id="9" name="Sisällön paikkamerkki 8">
            <a:extLst>
              <a:ext uri="{FF2B5EF4-FFF2-40B4-BE49-F238E27FC236}">
                <a16:creationId xmlns:a16="http://schemas.microsoft.com/office/drawing/2014/main" id="{0C6D2338-0320-51F8-EF1C-F0112526E5C9}"/>
              </a:ext>
            </a:extLst>
          </p:cNvPr>
          <p:cNvSpPr>
            <a:spLocks noGrp="1"/>
          </p:cNvSpPr>
          <p:nvPr>
            <p:ph idx="23" hasCustomPrompt="1"/>
          </p:nvPr>
        </p:nvSpPr>
        <p:spPr>
          <a:xfrm>
            <a:off x="1152753" y="4724857"/>
            <a:ext cx="4710037" cy="300844"/>
          </a:xfrm>
        </p:spPr>
        <p:txBody>
          <a:bodyPr anchor="ctr" anchorCtr="0">
            <a:noAutofit/>
          </a:bodyPr>
          <a:lstStyle>
            <a:lvl1pPr marL="0" indent="0">
              <a:buNone/>
              <a:defRPr sz="1800" b="0">
                <a:solidFill>
                  <a:schemeClr val="bg1"/>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to edit</a:t>
            </a:r>
            <a:endParaRPr lang="en-FI"/>
          </a:p>
        </p:txBody>
      </p:sp>
      <p:sp>
        <p:nvSpPr>
          <p:cNvPr id="10" name="Sisällön paikkamerkki 9">
            <a:extLst>
              <a:ext uri="{FF2B5EF4-FFF2-40B4-BE49-F238E27FC236}">
                <a16:creationId xmlns:a16="http://schemas.microsoft.com/office/drawing/2014/main" id="{9D10614B-ED9E-13FB-F0A2-45C4B4DC5308}"/>
              </a:ext>
            </a:extLst>
          </p:cNvPr>
          <p:cNvSpPr>
            <a:spLocks noGrp="1"/>
          </p:cNvSpPr>
          <p:nvPr>
            <p:ph idx="24" hasCustomPrompt="1"/>
          </p:nvPr>
        </p:nvSpPr>
        <p:spPr>
          <a:xfrm>
            <a:off x="1152752" y="5253880"/>
            <a:ext cx="4710037" cy="300844"/>
          </a:xfrm>
        </p:spPr>
        <p:txBody>
          <a:bodyPr anchor="ctr" anchorCtr="0">
            <a:noAutofit/>
          </a:bodyPr>
          <a:lstStyle>
            <a:lvl1pPr marL="0" indent="0">
              <a:buNone/>
              <a:defRPr sz="1800" b="0">
                <a:solidFill>
                  <a:schemeClr val="bg1"/>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to edit</a:t>
            </a:r>
            <a:endParaRPr lang="en-FI"/>
          </a:p>
        </p:txBody>
      </p:sp>
      <p:sp>
        <p:nvSpPr>
          <p:cNvPr id="11" name="Sisällön paikkamerkki 10">
            <a:extLst>
              <a:ext uri="{FF2B5EF4-FFF2-40B4-BE49-F238E27FC236}">
                <a16:creationId xmlns:a16="http://schemas.microsoft.com/office/drawing/2014/main" id="{944919DD-B239-59C6-7B37-D0F5220DF46C}"/>
              </a:ext>
            </a:extLst>
          </p:cNvPr>
          <p:cNvSpPr>
            <a:spLocks noGrp="1"/>
          </p:cNvSpPr>
          <p:nvPr>
            <p:ph idx="25" hasCustomPrompt="1"/>
          </p:nvPr>
        </p:nvSpPr>
        <p:spPr>
          <a:xfrm>
            <a:off x="1156451" y="5782905"/>
            <a:ext cx="4710037" cy="300844"/>
          </a:xfrm>
        </p:spPr>
        <p:txBody>
          <a:bodyPr anchor="ctr" anchorCtr="0">
            <a:noAutofit/>
          </a:bodyPr>
          <a:lstStyle>
            <a:lvl1pPr marL="0" indent="0">
              <a:buNone/>
              <a:defRPr sz="1800" b="0">
                <a:solidFill>
                  <a:schemeClr val="bg1"/>
                </a:solidFill>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Click to edit</a:t>
            </a:r>
            <a:endParaRPr lang="en-FI"/>
          </a:p>
        </p:txBody>
      </p:sp>
      <p:sp>
        <p:nvSpPr>
          <p:cNvPr id="16" name="Tekstin paikkamerkki 15">
            <a:extLst>
              <a:ext uri="{FF2B5EF4-FFF2-40B4-BE49-F238E27FC236}">
                <a16:creationId xmlns:a16="http://schemas.microsoft.com/office/drawing/2014/main" id="{2D097ADB-256F-2C0C-7132-5BC2DB543617}"/>
              </a:ext>
            </a:extLst>
          </p:cNvPr>
          <p:cNvSpPr>
            <a:spLocks noGrp="1"/>
          </p:cNvSpPr>
          <p:nvPr>
            <p:ph type="body" sz="quarter" idx="27" hasCustomPrompt="1"/>
          </p:nvPr>
        </p:nvSpPr>
        <p:spPr>
          <a:xfrm>
            <a:off x="628152" y="2600814"/>
            <a:ext cx="357906" cy="357492"/>
          </a:xfrm>
          <a:prstGeom prst="ellipse">
            <a:avLst/>
          </a:prstGeom>
          <a:solidFill>
            <a:schemeClr val="accent1"/>
          </a:solidFill>
        </p:spPr>
        <p:txBody>
          <a:bodyPr anchor="ctr" anchorCtr="0">
            <a:noAutofit/>
          </a:bodyPr>
          <a:lstStyle>
            <a:lvl1pPr marL="0" indent="0" algn="ctr">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1</a:t>
            </a:r>
            <a:endParaRPr lang="en-GB"/>
          </a:p>
        </p:txBody>
      </p:sp>
      <p:sp>
        <p:nvSpPr>
          <p:cNvPr id="17" name="Tekstin paikkamerkki 15">
            <a:extLst>
              <a:ext uri="{FF2B5EF4-FFF2-40B4-BE49-F238E27FC236}">
                <a16:creationId xmlns:a16="http://schemas.microsoft.com/office/drawing/2014/main" id="{13AE1BD7-D3AD-AB9D-74DC-4778EBF09025}"/>
              </a:ext>
            </a:extLst>
          </p:cNvPr>
          <p:cNvSpPr>
            <a:spLocks noGrp="1"/>
          </p:cNvSpPr>
          <p:nvPr>
            <p:ph type="body" sz="quarter" idx="28" hasCustomPrompt="1"/>
          </p:nvPr>
        </p:nvSpPr>
        <p:spPr>
          <a:xfrm>
            <a:off x="628152" y="3126238"/>
            <a:ext cx="357906" cy="357492"/>
          </a:xfrm>
          <a:prstGeom prst="ellipse">
            <a:avLst/>
          </a:prstGeom>
          <a:solidFill>
            <a:schemeClr val="accent1"/>
          </a:solidFill>
        </p:spPr>
        <p:txBody>
          <a:bodyPr anchor="ctr" anchorCtr="0">
            <a:noAutofit/>
          </a:bodyPr>
          <a:lstStyle>
            <a:lvl1pPr marL="0" indent="0" algn="ctr">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2</a:t>
            </a:r>
            <a:endParaRPr lang="en-GB"/>
          </a:p>
        </p:txBody>
      </p:sp>
      <p:sp>
        <p:nvSpPr>
          <p:cNvPr id="18" name="Tekstin paikkamerkki 15">
            <a:extLst>
              <a:ext uri="{FF2B5EF4-FFF2-40B4-BE49-F238E27FC236}">
                <a16:creationId xmlns:a16="http://schemas.microsoft.com/office/drawing/2014/main" id="{E7925A78-A44A-32D8-9400-201EA32FFFAA}"/>
              </a:ext>
            </a:extLst>
          </p:cNvPr>
          <p:cNvSpPr>
            <a:spLocks noGrp="1"/>
          </p:cNvSpPr>
          <p:nvPr>
            <p:ph type="body" sz="quarter" idx="29" hasCustomPrompt="1"/>
          </p:nvPr>
        </p:nvSpPr>
        <p:spPr>
          <a:xfrm>
            <a:off x="628152" y="3651662"/>
            <a:ext cx="357906" cy="357492"/>
          </a:xfrm>
          <a:prstGeom prst="ellipse">
            <a:avLst/>
          </a:prstGeom>
          <a:solidFill>
            <a:schemeClr val="accent1"/>
          </a:solidFill>
        </p:spPr>
        <p:txBody>
          <a:bodyPr anchor="ctr" anchorCtr="0">
            <a:noAutofit/>
          </a:bodyPr>
          <a:lstStyle>
            <a:lvl1pPr marL="0" indent="0" algn="ctr">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3</a:t>
            </a:r>
            <a:endParaRPr lang="en-GB"/>
          </a:p>
        </p:txBody>
      </p:sp>
      <p:sp>
        <p:nvSpPr>
          <p:cNvPr id="19" name="Tekstin paikkamerkki 15">
            <a:extLst>
              <a:ext uri="{FF2B5EF4-FFF2-40B4-BE49-F238E27FC236}">
                <a16:creationId xmlns:a16="http://schemas.microsoft.com/office/drawing/2014/main" id="{776412C5-AAF3-C12D-FE66-AAD4E1EBE4D9}"/>
              </a:ext>
            </a:extLst>
          </p:cNvPr>
          <p:cNvSpPr>
            <a:spLocks noGrp="1"/>
          </p:cNvSpPr>
          <p:nvPr>
            <p:ph type="body" sz="quarter" idx="30" hasCustomPrompt="1"/>
          </p:nvPr>
        </p:nvSpPr>
        <p:spPr>
          <a:xfrm>
            <a:off x="628152" y="4177086"/>
            <a:ext cx="357906" cy="357492"/>
          </a:xfrm>
          <a:prstGeom prst="ellipse">
            <a:avLst/>
          </a:prstGeom>
          <a:solidFill>
            <a:schemeClr val="accent1"/>
          </a:solidFill>
        </p:spPr>
        <p:txBody>
          <a:bodyPr anchor="ctr" anchorCtr="0">
            <a:noAutofit/>
          </a:bodyPr>
          <a:lstStyle>
            <a:lvl1pPr marL="0" indent="0" algn="ctr">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4</a:t>
            </a:r>
            <a:endParaRPr lang="en-GB"/>
          </a:p>
        </p:txBody>
      </p:sp>
      <p:sp>
        <p:nvSpPr>
          <p:cNvPr id="20" name="Tekstin paikkamerkki 15">
            <a:extLst>
              <a:ext uri="{FF2B5EF4-FFF2-40B4-BE49-F238E27FC236}">
                <a16:creationId xmlns:a16="http://schemas.microsoft.com/office/drawing/2014/main" id="{730C3248-A9EB-62D6-D81D-B97100E83809}"/>
              </a:ext>
            </a:extLst>
          </p:cNvPr>
          <p:cNvSpPr>
            <a:spLocks noGrp="1"/>
          </p:cNvSpPr>
          <p:nvPr>
            <p:ph type="body" sz="quarter" idx="31" hasCustomPrompt="1"/>
          </p:nvPr>
        </p:nvSpPr>
        <p:spPr>
          <a:xfrm>
            <a:off x="628152" y="4702510"/>
            <a:ext cx="357906" cy="357492"/>
          </a:xfrm>
          <a:prstGeom prst="ellipse">
            <a:avLst/>
          </a:prstGeom>
          <a:solidFill>
            <a:schemeClr val="accent1"/>
          </a:solidFill>
        </p:spPr>
        <p:txBody>
          <a:bodyPr anchor="ctr" anchorCtr="0">
            <a:noAutofit/>
          </a:bodyPr>
          <a:lstStyle>
            <a:lvl1pPr marL="0" indent="0" algn="ctr">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5</a:t>
            </a:r>
            <a:endParaRPr lang="en-GB"/>
          </a:p>
        </p:txBody>
      </p:sp>
      <p:sp>
        <p:nvSpPr>
          <p:cNvPr id="21" name="Tekstin paikkamerkki 15">
            <a:extLst>
              <a:ext uri="{FF2B5EF4-FFF2-40B4-BE49-F238E27FC236}">
                <a16:creationId xmlns:a16="http://schemas.microsoft.com/office/drawing/2014/main" id="{D280D1F1-41BF-34A0-468D-D4A45B34FE2F}"/>
              </a:ext>
            </a:extLst>
          </p:cNvPr>
          <p:cNvSpPr>
            <a:spLocks noGrp="1"/>
          </p:cNvSpPr>
          <p:nvPr>
            <p:ph type="body" sz="quarter" idx="32" hasCustomPrompt="1"/>
          </p:nvPr>
        </p:nvSpPr>
        <p:spPr>
          <a:xfrm>
            <a:off x="628152" y="5227934"/>
            <a:ext cx="357906" cy="357492"/>
          </a:xfrm>
          <a:prstGeom prst="ellipse">
            <a:avLst/>
          </a:prstGeom>
          <a:solidFill>
            <a:schemeClr val="accent1"/>
          </a:solidFill>
        </p:spPr>
        <p:txBody>
          <a:bodyPr anchor="ctr" anchorCtr="0">
            <a:noAutofit/>
          </a:bodyPr>
          <a:lstStyle>
            <a:lvl1pPr marL="0" indent="0" algn="ctr">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6</a:t>
            </a:r>
            <a:endParaRPr lang="en-GB"/>
          </a:p>
        </p:txBody>
      </p:sp>
      <p:sp>
        <p:nvSpPr>
          <p:cNvPr id="22" name="Tekstin paikkamerkki 15">
            <a:extLst>
              <a:ext uri="{FF2B5EF4-FFF2-40B4-BE49-F238E27FC236}">
                <a16:creationId xmlns:a16="http://schemas.microsoft.com/office/drawing/2014/main" id="{C85686C9-9484-7CDC-4011-547019D78BF5}"/>
              </a:ext>
            </a:extLst>
          </p:cNvPr>
          <p:cNvSpPr>
            <a:spLocks noGrp="1"/>
          </p:cNvSpPr>
          <p:nvPr>
            <p:ph type="body" sz="quarter" idx="33" hasCustomPrompt="1"/>
          </p:nvPr>
        </p:nvSpPr>
        <p:spPr>
          <a:xfrm>
            <a:off x="628152" y="5753356"/>
            <a:ext cx="357906" cy="357492"/>
          </a:xfrm>
          <a:prstGeom prst="ellipse">
            <a:avLst/>
          </a:prstGeom>
          <a:solidFill>
            <a:schemeClr val="accent1"/>
          </a:solidFill>
        </p:spPr>
        <p:txBody>
          <a:bodyPr anchor="ctr" anchorCtr="0">
            <a:noAutofit/>
          </a:bodyPr>
          <a:lstStyle>
            <a:lvl1pPr marL="0" indent="0" algn="ctr">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7</a:t>
            </a:r>
            <a:endParaRPr lang="en-GB"/>
          </a:p>
        </p:txBody>
      </p:sp>
      <p:sp>
        <p:nvSpPr>
          <p:cNvPr id="2" name="Title 1">
            <a:extLst>
              <a:ext uri="{FF2B5EF4-FFF2-40B4-BE49-F238E27FC236}">
                <a16:creationId xmlns:a16="http://schemas.microsoft.com/office/drawing/2014/main" id="{0134C997-1C8B-2168-BDEC-9F073DA8395B}"/>
              </a:ext>
            </a:extLst>
          </p:cNvPr>
          <p:cNvSpPr>
            <a:spLocks noGrp="1"/>
          </p:cNvSpPr>
          <p:nvPr>
            <p:ph type="title" hasCustomPrompt="1"/>
          </p:nvPr>
        </p:nvSpPr>
        <p:spPr>
          <a:xfrm>
            <a:off x="609600" y="601921"/>
            <a:ext cx="5943600" cy="1492282"/>
          </a:xfrm>
        </p:spPr>
        <p:txBody>
          <a:bodyPr>
            <a:noAutofit/>
          </a:bodyPr>
          <a:lstStyle>
            <a:lvl1pPr>
              <a:defRPr sz="6000">
                <a:solidFill>
                  <a:schemeClr val="bg1"/>
                </a:solidFill>
              </a:defRPr>
            </a:lvl1pPr>
          </a:lstStyle>
          <a:p>
            <a:r>
              <a:rPr lang="en-US"/>
              <a:t>Click to add headline</a:t>
            </a:r>
          </a:p>
        </p:txBody>
      </p:sp>
      <p:sp>
        <p:nvSpPr>
          <p:cNvPr id="3" name="Dian numeron paikkamerkki 2">
            <a:extLst>
              <a:ext uri="{FF2B5EF4-FFF2-40B4-BE49-F238E27FC236}">
                <a16:creationId xmlns:a16="http://schemas.microsoft.com/office/drawing/2014/main" id="{9CD5B0C8-7010-56D8-BA48-EE78DBD965F6}"/>
              </a:ext>
            </a:extLst>
          </p:cNvPr>
          <p:cNvSpPr>
            <a:spLocks noGrp="1"/>
          </p:cNvSpPr>
          <p:nvPr>
            <p:ph type="sldNum" sz="quarter" idx="34"/>
          </p:nvPr>
        </p:nvSpPr>
        <p:spPr/>
        <p:txBody>
          <a:bodyPr/>
          <a:lstStyle>
            <a:lvl1pPr>
              <a:defRPr>
                <a:solidFill>
                  <a:schemeClr val="bg1"/>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394647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8_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130426"/>
            <a:ext cx="10363200" cy="1470025"/>
          </a:xfrm>
        </p:spPr>
        <p:txBody>
          <a:bodyPr anchor="b" anchorCtr="0">
            <a:normAutofit/>
          </a:bodyPr>
          <a:lstStyle>
            <a:lvl1pPr algn="ctr">
              <a:defRPr sz="5000" b="0">
                <a:solidFill>
                  <a:schemeClr val="bg1"/>
                </a:solidFill>
              </a:defRPr>
            </a:lvl1pPr>
          </a:lstStyle>
          <a:p>
            <a:r>
              <a:rPr lang="en-US"/>
              <a:t>CLICK TO ADD HEADLINE</a:t>
            </a:r>
          </a:p>
        </p:txBody>
      </p:sp>
      <p:sp>
        <p:nvSpPr>
          <p:cNvPr id="3" name="Subtitle 2"/>
          <p:cNvSpPr>
            <a:spLocks noGrp="1"/>
          </p:cNvSpPr>
          <p:nvPr>
            <p:ph type="subTitle" idx="1" hasCustomPrompt="1"/>
          </p:nvPr>
        </p:nvSpPr>
        <p:spPr>
          <a:xfrm>
            <a:off x="1828800" y="3886200"/>
            <a:ext cx="8534400" cy="175260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subtitle</a:t>
            </a:r>
          </a:p>
        </p:txBody>
      </p:sp>
      <p:pic>
        <p:nvPicPr>
          <p:cNvPr id="4" name="Kuva 3">
            <a:extLst>
              <a:ext uri="{FF2B5EF4-FFF2-40B4-BE49-F238E27FC236}">
                <a16:creationId xmlns:a16="http://schemas.microsoft.com/office/drawing/2014/main" id="{B2A02DC0-7086-441A-C8C3-7B18F8ADD84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35429" y="2865438"/>
            <a:ext cx="5325979" cy="5325979"/>
          </a:xfrm>
          <a:prstGeom prst="rect">
            <a:avLst/>
          </a:prstGeom>
        </p:spPr>
      </p:pic>
      <p:pic>
        <p:nvPicPr>
          <p:cNvPr id="5" name="Kuva 4">
            <a:extLst>
              <a:ext uri="{FF2B5EF4-FFF2-40B4-BE49-F238E27FC236}">
                <a16:creationId xmlns:a16="http://schemas.microsoft.com/office/drawing/2014/main" id="{1BF38800-3359-EBC4-37EE-E91476D2E50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57979" y="-542227"/>
            <a:ext cx="3950131" cy="4142678"/>
          </a:xfrm>
          <a:prstGeom prst="rect">
            <a:avLst/>
          </a:prstGeom>
        </p:spPr>
      </p:pic>
      <p:pic>
        <p:nvPicPr>
          <p:cNvPr id="6" name="Kuva 5">
            <a:extLst>
              <a:ext uri="{FF2B5EF4-FFF2-40B4-BE49-F238E27FC236}">
                <a16:creationId xmlns:a16="http://schemas.microsoft.com/office/drawing/2014/main" id="{51AFE9C7-4449-5104-B6D4-BC54BF2B8CD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531732" y="6052857"/>
            <a:ext cx="1563288" cy="726058"/>
          </a:xfrm>
          <a:prstGeom prst="rect">
            <a:avLst/>
          </a:prstGeom>
        </p:spPr>
      </p:pic>
    </p:spTree>
    <p:extLst>
      <p:ext uri="{BB962C8B-B14F-4D97-AF65-F5344CB8AC3E}">
        <p14:creationId xmlns:p14="http://schemas.microsoft.com/office/powerpoint/2010/main" val="1638370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0.19791 -0.35741 L 0.00039 0.00578 " pathEditMode="relative" rAng="0" ptsTypes="AA">
                                      <p:cBhvr>
                                        <p:cTn id="6" dur="1250" fill="hold"/>
                                        <p:tgtEl>
                                          <p:spTgt spid="5"/>
                                        </p:tgtEl>
                                        <p:attrNameLst>
                                          <p:attrName>ppt_x</p:attrName>
                                          <p:attrName>ppt_y</p:attrName>
                                        </p:attrNameLst>
                                      </p:cBhvr>
                                      <p:rCtr x="-9883" y="1814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130426"/>
            <a:ext cx="10363200" cy="1470025"/>
          </a:xfrm>
        </p:spPr>
        <p:txBody>
          <a:bodyPr anchor="b" anchorCtr="0">
            <a:normAutofit/>
          </a:bodyPr>
          <a:lstStyle>
            <a:lvl1pPr algn="ctr">
              <a:defRPr sz="5000" b="0"/>
            </a:lvl1pPr>
          </a:lstStyle>
          <a:p>
            <a:r>
              <a:rPr lang="en-US"/>
              <a:t>CLICK TO ADD HEADLINE</a:t>
            </a:r>
          </a:p>
        </p:txBody>
      </p:sp>
      <p:sp>
        <p:nvSpPr>
          <p:cNvPr id="3" name="Subtitle 2"/>
          <p:cNvSpPr>
            <a:spLocks noGrp="1"/>
          </p:cNvSpPr>
          <p:nvPr>
            <p:ph type="subTitle" idx="1" hasCustomPrompt="1"/>
          </p:nvPr>
        </p:nvSpPr>
        <p:spPr>
          <a:xfrm>
            <a:off x="1828800" y="3886200"/>
            <a:ext cx="85344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subtitle</a:t>
            </a:r>
          </a:p>
        </p:txBody>
      </p:sp>
      <p:pic>
        <p:nvPicPr>
          <p:cNvPr id="13" name="Kuva 12">
            <a:extLst>
              <a:ext uri="{FF2B5EF4-FFF2-40B4-BE49-F238E27FC236}">
                <a16:creationId xmlns:a16="http://schemas.microsoft.com/office/drawing/2014/main" id="{45C90C8B-553C-CBA0-971B-DC7E80309B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35429" y="2865438"/>
            <a:ext cx="5325979" cy="5325979"/>
          </a:xfrm>
          <a:prstGeom prst="rect">
            <a:avLst/>
          </a:prstGeom>
        </p:spPr>
      </p:pic>
      <p:pic>
        <p:nvPicPr>
          <p:cNvPr id="14" name="Kuva 13">
            <a:extLst>
              <a:ext uri="{FF2B5EF4-FFF2-40B4-BE49-F238E27FC236}">
                <a16:creationId xmlns:a16="http://schemas.microsoft.com/office/drawing/2014/main" id="{DE9BFDD7-BA95-7617-4D62-66661890A61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57979" y="-542227"/>
            <a:ext cx="3950131" cy="4142678"/>
          </a:xfrm>
          <a:prstGeom prst="rect">
            <a:avLst/>
          </a:prstGeom>
        </p:spPr>
      </p:pic>
      <p:pic>
        <p:nvPicPr>
          <p:cNvPr id="4" name="Kuva 3">
            <a:extLst>
              <a:ext uri="{FF2B5EF4-FFF2-40B4-BE49-F238E27FC236}">
                <a16:creationId xmlns:a16="http://schemas.microsoft.com/office/drawing/2014/main" id="{37940B91-25BB-4C04-E8AE-8C728B291C4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531733" y="6052858"/>
            <a:ext cx="1563287" cy="726057"/>
          </a:xfrm>
          <a:prstGeom prst="rect">
            <a:avLst/>
          </a:prstGeom>
        </p:spPr>
      </p:pic>
    </p:spTree>
    <p:extLst>
      <p:ext uri="{BB962C8B-B14F-4D97-AF65-F5344CB8AC3E}">
        <p14:creationId xmlns:p14="http://schemas.microsoft.com/office/powerpoint/2010/main" val="320786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0.19791 -0.35741 L 0.00039 0.00578 " pathEditMode="relative" rAng="0" ptsTypes="AA">
                                      <p:cBhvr>
                                        <p:cTn id="6" dur="1250" fill="hold"/>
                                        <p:tgtEl>
                                          <p:spTgt spid="14"/>
                                        </p:tgtEl>
                                        <p:attrNameLst>
                                          <p:attrName>ppt_x</p:attrName>
                                          <p:attrName>ppt_y</p:attrName>
                                        </p:attrNameLst>
                                      </p:cBhvr>
                                      <p:rCtr x="-9883" y="1814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4_Title Slid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130426"/>
            <a:ext cx="10363200" cy="1470025"/>
          </a:xfrm>
        </p:spPr>
        <p:txBody>
          <a:bodyPr anchor="b" anchorCtr="0">
            <a:normAutofit/>
          </a:bodyPr>
          <a:lstStyle>
            <a:lvl1pPr algn="ctr">
              <a:defRPr sz="5000" b="0">
                <a:solidFill>
                  <a:schemeClr val="bg1"/>
                </a:solidFill>
              </a:defRPr>
            </a:lvl1pPr>
          </a:lstStyle>
          <a:p>
            <a:r>
              <a:rPr lang="en-US"/>
              <a:t>CLICK TO ADD HEADLINE</a:t>
            </a:r>
          </a:p>
        </p:txBody>
      </p:sp>
      <p:sp>
        <p:nvSpPr>
          <p:cNvPr id="3" name="Subtitle 2"/>
          <p:cNvSpPr>
            <a:spLocks noGrp="1"/>
          </p:cNvSpPr>
          <p:nvPr>
            <p:ph type="subTitle" idx="1" hasCustomPrompt="1"/>
          </p:nvPr>
        </p:nvSpPr>
        <p:spPr>
          <a:xfrm>
            <a:off x="1828800" y="3886200"/>
            <a:ext cx="8534400" cy="175260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subtitle</a:t>
            </a:r>
          </a:p>
        </p:txBody>
      </p:sp>
      <p:pic>
        <p:nvPicPr>
          <p:cNvPr id="9" name="Kuva 8">
            <a:extLst>
              <a:ext uri="{FF2B5EF4-FFF2-40B4-BE49-F238E27FC236}">
                <a16:creationId xmlns:a16="http://schemas.microsoft.com/office/drawing/2014/main" id="{6FBDA43E-E569-6B71-F5DA-5322B10982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35429" y="2865438"/>
            <a:ext cx="5325979" cy="5325979"/>
          </a:xfrm>
          <a:prstGeom prst="rect">
            <a:avLst/>
          </a:prstGeom>
        </p:spPr>
      </p:pic>
      <p:pic>
        <p:nvPicPr>
          <p:cNvPr id="10" name="Kuva 9">
            <a:extLst>
              <a:ext uri="{FF2B5EF4-FFF2-40B4-BE49-F238E27FC236}">
                <a16:creationId xmlns:a16="http://schemas.microsoft.com/office/drawing/2014/main" id="{2C81D3C5-5567-75C3-9F9F-0E5EC975386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57979" y="-542227"/>
            <a:ext cx="3950131" cy="4142678"/>
          </a:xfrm>
          <a:prstGeom prst="rect">
            <a:avLst/>
          </a:prstGeom>
        </p:spPr>
      </p:pic>
      <p:pic>
        <p:nvPicPr>
          <p:cNvPr id="4" name="Kuva 3">
            <a:extLst>
              <a:ext uri="{FF2B5EF4-FFF2-40B4-BE49-F238E27FC236}">
                <a16:creationId xmlns:a16="http://schemas.microsoft.com/office/drawing/2014/main" id="{FE2E0EBB-F102-FE9C-EB45-D740792D10A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531732" y="6052857"/>
            <a:ext cx="1563288" cy="726058"/>
          </a:xfrm>
          <a:prstGeom prst="rect">
            <a:avLst/>
          </a:prstGeom>
        </p:spPr>
      </p:pic>
    </p:spTree>
    <p:extLst>
      <p:ext uri="{BB962C8B-B14F-4D97-AF65-F5344CB8AC3E}">
        <p14:creationId xmlns:p14="http://schemas.microsoft.com/office/powerpoint/2010/main" val="288285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0.19791 -0.35741 L 0.00039 0.00578 " pathEditMode="relative" rAng="0" ptsTypes="AA">
                                      <p:cBhvr>
                                        <p:cTn id="6" dur="1250" fill="hold"/>
                                        <p:tgtEl>
                                          <p:spTgt spid="10"/>
                                        </p:tgtEl>
                                        <p:attrNameLst>
                                          <p:attrName>ppt_x</p:attrName>
                                          <p:attrName>ppt_y</p:attrName>
                                        </p:attrNameLst>
                                      </p:cBhvr>
                                      <p:rCtr x="-9883" y="1814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914400" y="2130426"/>
            <a:ext cx="10363200" cy="1470025"/>
          </a:xfrm>
        </p:spPr>
        <p:txBody>
          <a:bodyPr anchor="b" anchorCtr="0">
            <a:normAutofit/>
          </a:bodyPr>
          <a:lstStyle>
            <a:lvl1pPr algn="ctr">
              <a:defRPr sz="5000" b="0">
                <a:solidFill>
                  <a:schemeClr val="bg1"/>
                </a:solidFill>
              </a:defRPr>
            </a:lvl1pPr>
          </a:lstStyle>
          <a:p>
            <a:r>
              <a:rPr lang="en-US"/>
              <a:t>CLICK TO ADD HEADLINE</a:t>
            </a:r>
          </a:p>
        </p:txBody>
      </p:sp>
      <p:sp>
        <p:nvSpPr>
          <p:cNvPr id="3" name="Subtitle 2"/>
          <p:cNvSpPr>
            <a:spLocks noGrp="1"/>
          </p:cNvSpPr>
          <p:nvPr userDrawn="1">
            <p:ph type="subTitle" idx="1" hasCustomPrompt="1"/>
          </p:nvPr>
        </p:nvSpPr>
        <p:spPr>
          <a:xfrm>
            <a:off x="1828800" y="3886200"/>
            <a:ext cx="8534400" cy="175260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subtitle</a:t>
            </a:r>
          </a:p>
        </p:txBody>
      </p:sp>
      <p:pic>
        <p:nvPicPr>
          <p:cNvPr id="27" name="Kuva 26">
            <a:extLst>
              <a:ext uri="{FF2B5EF4-FFF2-40B4-BE49-F238E27FC236}">
                <a16:creationId xmlns:a16="http://schemas.microsoft.com/office/drawing/2014/main" id="{A4EB9032-56D5-A4F6-F091-23C791ACAF2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335429" y="2865438"/>
            <a:ext cx="5325979" cy="5325979"/>
          </a:xfrm>
          <a:prstGeom prst="rect">
            <a:avLst/>
          </a:prstGeom>
        </p:spPr>
      </p:pic>
      <p:pic>
        <p:nvPicPr>
          <p:cNvPr id="28" name="Kuva 27">
            <a:extLst>
              <a:ext uri="{FF2B5EF4-FFF2-40B4-BE49-F238E27FC236}">
                <a16:creationId xmlns:a16="http://schemas.microsoft.com/office/drawing/2014/main" id="{80D5E402-6206-F675-1871-6C0FA052955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57979" y="-542227"/>
            <a:ext cx="3950131" cy="4142678"/>
          </a:xfrm>
          <a:prstGeom prst="rect">
            <a:avLst/>
          </a:prstGeom>
        </p:spPr>
      </p:pic>
      <p:pic>
        <p:nvPicPr>
          <p:cNvPr id="4" name="Kuva 3">
            <a:extLst>
              <a:ext uri="{FF2B5EF4-FFF2-40B4-BE49-F238E27FC236}">
                <a16:creationId xmlns:a16="http://schemas.microsoft.com/office/drawing/2014/main" id="{8E04100B-035F-582E-8D49-FD0E9B6F8F2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531732" y="6052857"/>
            <a:ext cx="1563288" cy="726058"/>
          </a:xfrm>
          <a:prstGeom prst="rect">
            <a:avLst/>
          </a:prstGeom>
        </p:spPr>
      </p:pic>
    </p:spTree>
    <p:extLst>
      <p:ext uri="{BB962C8B-B14F-4D97-AF65-F5344CB8AC3E}">
        <p14:creationId xmlns:p14="http://schemas.microsoft.com/office/powerpoint/2010/main" val="196426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0.19791 -0.35741 L 0.00039 0.00578 " pathEditMode="relative" rAng="0" ptsTypes="AA">
                                      <p:cBhvr>
                                        <p:cTn id="6" dur="1250" fill="hold"/>
                                        <p:tgtEl>
                                          <p:spTgt spid="28"/>
                                        </p:tgtEl>
                                        <p:attrNameLst>
                                          <p:attrName>ppt_x</p:attrName>
                                          <p:attrName>ppt_y</p:attrName>
                                        </p:attrNameLst>
                                      </p:cBhvr>
                                      <p:rCtr x="-9883" y="1814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4" name="Kuvan paikkamerkki 2">
            <a:extLst>
              <a:ext uri="{FF2B5EF4-FFF2-40B4-BE49-F238E27FC236}">
                <a16:creationId xmlns:a16="http://schemas.microsoft.com/office/drawing/2014/main" id="{AC354410-D30C-20F7-C13F-589366289711}"/>
              </a:ext>
            </a:extLst>
          </p:cNvPr>
          <p:cNvSpPr>
            <a:spLocks noGrp="1"/>
          </p:cNvSpPr>
          <p:nvPr>
            <p:ph type="pic" idx="13"/>
          </p:nvPr>
        </p:nvSpPr>
        <p:spPr>
          <a:xfrm>
            <a:off x="-292" y="-27384"/>
            <a:ext cx="12192000" cy="6885384"/>
          </a:xfrm>
          <a:prstGeom prst="roundRect">
            <a:avLst>
              <a:gd name="adj" fmla="val 0"/>
            </a:avLst>
          </a:prstGeom>
          <a:solidFill>
            <a:schemeClr val="bg1">
              <a:lumMod val="85000"/>
            </a:schemeClr>
          </a:solidFill>
        </p:spPr>
        <p:txBody>
          <a:bodyPr lIns="0" tIns="1440000" bIns="1404000" anchor="t" anchorCtr="0">
            <a:normAutofit/>
          </a:bodyPr>
          <a:lstStyle>
            <a:lvl1pPr marL="0" indent="0" algn="ctr">
              <a:buNone/>
              <a:defRPr sz="1500" b="0" i="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err="1"/>
              <a:t>Lisää</a:t>
            </a:r>
            <a:r>
              <a:rPr lang="en-GB"/>
              <a:t> </a:t>
            </a:r>
            <a:r>
              <a:rPr lang="en-GB" err="1"/>
              <a:t>kuva</a:t>
            </a:r>
            <a:r>
              <a:rPr lang="en-GB"/>
              <a:t> </a:t>
            </a:r>
            <a:r>
              <a:rPr lang="en-GB" err="1"/>
              <a:t>napsauttamalla</a:t>
            </a:r>
            <a:endParaRPr lang="fi-FI"/>
          </a:p>
        </p:txBody>
      </p:sp>
      <p:sp>
        <p:nvSpPr>
          <p:cNvPr id="2" name="Title 1"/>
          <p:cNvSpPr>
            <a:spLocks noGrp="1"/>
          </p:cNvSpPr>
          <p:nvPr>
            <p:ph type="ctrTitle" hasCustomPrompt="1"/>
          </p:nvPr>
        </p:nvSpPr>
        <p:spPr>
          <a:xfrm>
            <a:off x="914400" y="2130426"/>
            <a:ext cx="10363200" cy="1470025"/>
          </a:xfrm>
        </p:spPr>
        <p:txBody>
          <a:bodyPr anchor="b" anchorCtr="0"/>
          <a:lstStyle>
            <a:lvl1pPr algn="ctr">
              <a:defRPr b="0"/>
            </a:lvl1pPr>
          </a:lstStyle>
          <a:p>
            <a:r>
              <a:rPr lang="en-US"/>
              <a:t>CLICK TO ADD HEADLINE</a:t>
            </a:r>
          </a:p>
        </p:txBody>
      </p:sp>
      <p:sp>
        <p:nvSpPr>
          <p:cNvPr id="3" name="Subtitle 2"/>
          <p:cNvSpPr>
            <a:spLocks noGrp="1"/>
          </p:cNvSpPr>
          <p:nvPr>
            <p:ph type="subTitle" idx="1" hasCustomPrompt="1"/>
          </p:nvPr>
        </p:nvSpPr>
        <p:spPr>
          <a:xfrm>
            <a:off x="1828800" y="3886200"/>
            <a:ext cx="85344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subtitle</a:t>
            </a:r>
          </a:p>
        </p:txBody>
      </p:sp>
      <p:pic>
        <p:nvPicPr>
          <p:cNvPr id="5" name="Kuva 4">
            <a:extLst>
              <a:ext uri="{FF2B5EF4-FFF2-40B4-BE49-F238E27FC236}">
                <a16:creationId xmlns:a16="http://schemas.microsoft.com/office/drawing/2014/main" id="{57140CB2-1530-4718-F659-5C520593097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14356" y="6052857"/>
            <a:ext cx="1563288" cy="726058"/>
          </a:xfrm>
          <a:prstGeom prst="rect">
            <a:avLst/>
          </a:prstGeom>
        </p:spPr>
      </p:pic>
    </p:spTree>
    <p:extLst>
      <p:ext uri="{BB962C8B-B14F-4D97-AF65-F5344CB8AC3E}">
        <p14:creationId xmlns:p14="http://schemas.microsoft.com/office/powerpoint/2010/main" val="1146988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pic>
        <p:nvPicPr>
          <p:cNvPr id="21" name="Kuva 20" descr="Kuva, joka sisältää kohteen Ihmisen kasvot, henkilö, vaate&#10;&#10;Tekoälyn generoima sisältö voi olla virheellistä.">
            <a:extLst>
              <a:ext uri="{FF2B5EF4-FFF2-40B4-BE49-F238E27FC236}">
                <a16:creationId xmlns:a16="http://schemas.microsoft.com/office/drawing/2014/main" id="{1373C430-6F70-9F18-1A7C-A40244FC0FDB}"/>
              </a:ext>
            </a:extLst>
          </p:cNvPr>
          <p:cNvPicPr>
            <a:picLocks noChangeAspect="1"/>
          </p:cNvPicPr>
          <p:nvPr userDrawn="1"/>
        </p:nvPicPr>
        <p:blipFill>
          <a:blip r:embed="rId2"/>
          <a:srcRect l="9381" t="20338" r="9561" b="11253"/>
          <a:stretch/>
        </p:blipFill>
        <p:spPr>
          <a:xfrm>
            <a:off x="-1526" y="0"/>
            <a:ext cx="12191999" cy="6858000"/>
          </a:xfrm>
          <a:prstGeom prst="rect">
            <a:avLst/>
          </a:prstGeom>
        </p:spPr>
      </p:pic>
      <p:sp>
        <p:nvSpPr>
          <p:cNvPr id="7" name="Suorakulmio 6">
            <a:extLst>
              <a:ext uri="{FF2B5EF4-FFF2-40B4-BE49-F238E27FC236}">
                <a16:creationId xmlns:a16="http://schemas.microsoft.com/office/drawing/2014/main" id="{94190AB3-13BF-B3A6-28D9-8205A61C0B54}"/>
              </a:ext>
            </a:extLst>
          </p:cNvPr>
          <p:cNvSpPr/>
          <p:nvPr userDrawn="1"/>
        </p:nvSpPr>
        <p:spPr>
          <a:xfrm>
            <a:off x="0" y="0"/>
            <a:ext cx="12192001" cy="6858000"/>
          </a:xfrm>
          <a:prstGeom prst="rect">
            <a:avLst/>
          </a:prstGeom>
          <a:solidFill>
            <a:schemeClr val="tx2">
              <a:alpha val="74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 name="Suorakulmio 3">
            <a:extLst>
              <a:ext uri="{FF2B5EF4-FFF2-40B4-BE49-F238E27FC236}">
                <a16:creationId xmlns:a16="http://schemas.microsoft.com/office/drawing/2014/main" id="{0EC21ABF-D5AA-0561-1ACA-6D5A9E95F2B2}"/>
              </a:ext>
            </a:extLst>
          </p:cNvPr>
          <p:cNvSpPr/>
          <p:nvPr userDrawn="1"/>
        </p:nvSpPr>
        <p:spPr>
          <a:xfrm>
            <a:off x="0" y="826236"/>
            <a:ext cx="12192000" cy="6031764"/>
          </a:xfrm>
          <a:prstGeom prst="rect">
            <a:avLst/>
          </a:prstGeom>
          <a:gradFill>
            <a:gsLst>
              <a:gs pos="0">
                <a:schemeClr val="tx1">
                  <a:alpha val="0"/>
                </a:schemeClr>
              </a:gs>
              <a:gs pos="100000">
                <a:schemeClr val="tx2">
                  <a:alpha val="34000"/>
                </a:schemeClr>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914400" y="29107"/>
            <a:ext cx="10363200" cy="1095718"/>
          </a:xfrm>
        </p:spPr>
        <p:txBody>
          <a:bodyPr anchor="b" anchorCtr="0"/>
          <a:lstStyle>
            <a:lvl1pPr algn="ctr">
              <a:defRPr b="0">
                <a:solidFill>
                  <a:schemeClr val="bg1"/>
                </a:solidFill>
              </a:defRPr>
            </a:lvl1pPr>
          </a:lstStyle>
          <a:p>
            <a:r>
              <a:rPr lang="en-US"/>
              <a:t>CLICK TO ADD HEADLINE</a:t>
            </a:r>
          </a:p>
        </p:txBody>
      </p:sp>
      <p:pic>
        <p:nvPicPr>
          <p:cNvPr id="5" name="Kuva 4">
            <a:extLst>
              <a:ext uri="{FF2B5EF4-FFF2-40B4-BE49-F238E27FC236}">
                <a16:creationId xmlns:a16="http://schemas.microsoft.com/office/drawing/2014/main" id="{57140CB2-1530-4718-F659-5C520593097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grpSp>
        <p:nvGrpSpPr>
          <p:cNvPr id="8" name="Ryhmä 7">
            <a:extLst>
              <a:ext uri="{FF2B5EF4-FFF2-40B4-BE49-F238E27FC236}">
                <a16:creationId xmlns:a16="http://schemas.microsoft.com/office/drawing/2014/main" id="{996E6472-667D-164A-BFE9-6DDDEAC415FB}"/>
              </a:ext>
            </a:extLst>
          </p:cNvPr>
          <p:cNvGrpSpPr/>
          <p:nvPr userDrawn="1"/>
        </p:nvGrpSpPr>
        <p:grpSpPr>
          <a:xfrm>
            <a:off x="1363602" y="2088684"/>
            <a:ext cx="2401680" cy="2070414"/>
            <a:chOff x="1047409" y="1842435"/>
            <a:chExt cx="3199219" cy="2757948"/>
          </a:xfrm>
        </p:grpSpPr>
        <p:sp>
          <p:nvSpPr>
            <p:cNvPr id="9" name="Kuusikulmio 8">
              <a:extLst>
                <a:ext uri="{FF2B5EF4-FFF2-40B4-BE49-F238E27FC236}">
                  <a16:creationId xmlns:a16="http://schemas.microsoft.com/office/drawing/2014/main" id="{85830C89-73AC-2988-08CC-BA849C4FCAD2}"/>
                </a:ext>
              </a:extLst>
            </p:cNvPr>
            <p:cNvSpPr/>
            <p:nvPr/>
          </p:nvSpPr>
          <p:spPr>
            <a:xfrm>
              <a:off x="1047409" y="1842435"/>
              <a:ext cx="3199219" cy="2757948"/>
            </a:xfrm>
            <a:prstGeom prst="hexagon">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0" name="Kuva 9">
              <a:extLst>
                <a:ext uri="{FF2B5EF4-FFF2-40B4-BE49-F238E27FC236}">
                  <a16:creationId xmlns:a16="http://schemas.microsoft.com/office/drawing/2014/main" id="{74415EE6-E80C-1B19-BF67-C5B0B50C51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85699" y="2346616"/>
              <a:ext cx="1787357" cy="1787355"/>
            </a:xfrm>
            <a:prstGeom prst="rect">
              <a:avLst/>
            </a:prstGeom>
          </p:spPr>
        </p:pic>
      </p:grpSp>
      <p:sp>
        <p:nvSpPr>
          <p:cNvPr id="11" name="Sisällön paikkamerkki 2">
            <a:extLst>
              <a:ext uri="{FF2B5EF4-FFF2-40B4-BE49-F238E27FC236}">
                <a16:creationId xmlns:a16="http://schemas.microsoft.com/office/drawing/2014/main" id="{842334E2-708A-B985-3489-A02C1013693A}"/>
              </a:ext>
            </a:extLst>
          </p:cNvPr>
          <p:cNvSpPr txBox="1">
            <a:spLocks/>
          </p:cNvSpPr>
          <p:nvPr userDrawn="1"/>
        </p:nvSpPr>
        <p:spPr>
          <a:xfrm>
            <a:off x="895736" y="4228924"/>
            <a:ext cx="3324407" cy="579427"/>
          </a:xfrm>
          <a:prstGeom prst="rect">
            <a:avLst/>
          </a:prstGeom>
        </p:spPr>
        <p:txBody>
          <a:bodyPr vert="horz" lIns="91440" tIns="45720" rIns="91440" bIns="45720" numCol="1" spcCol="0" rtlCol="0">
            <a:noAutofit/>
          </a:bodyPr>
          <a:lstStyle>
            <a:lvl1pPr marL="342900" indent="-342900" algn="l" defTabSz="457200" rtl="0" eaLnBrk="1" latinLnBrk="0" hangingPunct="1">
              <a:spcBef>
                <a:spcPct val="20000"/>
              </a:spcBef>
              <a:buFont typeface="Arial"/>
              <a:buChar char="•"/>
              <a:defRPr sz="26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2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Bef>
                <a:spcPts val="0"/>
              </a:spcBef>
              <a:spcAft>
                <a:spcPts val="1200"/>
              </a:spcAft>
              <a:buNone/>
            </a:pPr>
            <a:r>
              <a:rPr lang="en-US" sz="3500" b="1">
                <a:solidFill>
                  <a:schemeClr val="bg1"/>
                </a:solidFill>
                <a:latin typeface="Plus Jakarta Sans" pitchFamily="2" charset="0"/>
              </a:rPr>
              <a:t>BLAST</a:t>
            </a:r>
            <a:endParaRPr lang="en-US" sz="3500">
              <a:solidFill>
                <a:schemeClr val="bg1"/>
              </a:solidFill>
            </a:endParaRPr>
          </a:p>
        </p:txBody>
      </p:sp>
      <p:grpSp>
        <p:nvGrpSpPr>
          <p:cNvPr id="13" name="Ryhmä 12">
            <a:extLst>
              <a:ext uri="{FF2B5EF4-FFF2-40B4-BE49-F238E27FC236}">
                <a16:creationId xmlns:a16="http://schemas.microsoft.com/office/drawing/2014/main" id="{995A04F0-FECC-4BB3-DF6C-470F379EB483}"/>
              </a:ext>
            </a:extLst>
          </p:cNvPr>
          <p:cNvGrpSpPr/>
          <p:nvPr userDrawn="1"/>
        </p:nvGrpSpPr>
        <p:grpSpPr>
          <a:xfrm>
            <a:off x="4894132" y="2094639"/>
            <a:ext cx="2401680" cy="2070414"/>
            <a:chOff x="4331722" y="1848390"/>
            <a:chExt cx="3199219" cy="2757948"/>
          </a:xfrm>
        </p:grpSpPr>
        <p:sp>
          <p:nvSpPr>
            <p:cNvPr id="14" name="Kuusikulmio 13">
              <a:extLst>
                <a:ext uri="{FF2B5EF4-FFF2-40B4-BE49-F238E27FC236}">
                  <a16:creationId xmlns:a16="http://schemas.microsoft.com/office/drawing/2014/main" id="{6DB04221-7A8F-05C2-C187-9DCDE5D4A30D}"/>
                </a:ext>
              </a:extLst>
            </p:cNvPr>
            <p:cNvSpPr/>
            <p:nvPr/>
          </p:nvSpPr>
          <p:spPr>
            <a:xfrm>
              <a:off x="4331722" y="1848390"/>
              <a:ext cx="3199219" cy="2757948"/>
            </a:xfrm>
            <a:prstGeom prst="hexagon">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5" name="Kuva 14">
              <a:extLst>
                <a:ext uri="{FF2B5EF4-FFF2-40B4-BE49-F238E27FC236}">
                  <a16:creationId xmlns:a16="http://schemas.microsoft.com/office/drawing/2014/main" id="{E1FE86EC-CE81-99D3-52CA-D0277490DF0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84254" y="2352571"/>
              <a:ext cx="1528737" cy="1603449"/>
            </a:xfrm>
            <a:prstGeom prst="rect">
              <a:avLst/>
            </a:prstGeom>
          </p:spPr>
        </p:pic>
      </p:grpSp>
      <p:sp>
        <p:nvSpPr>
          <p:cNvPr id="16" name="Sisällön paikkamerkki 2">
            <a:extLst>
              <a:ext uri="{FF2B5EF4-FFF2-40B4-BE49-F238E27FC236}">
                <a16:creationId xmlns:a16="http://schemas.microsoft.com/office/drawing/2014/main" id="{91B8E870-50AE-ED40-BBEC-603780A9DE7B}"/>
              </a:ext>
            </a:extLst>
          </p:cNvPr>
          <p:cNvSpPr txBox="1">
            <a:spLocks/>
          </p:cNvSpPr>
          <p:nvPr userDrawn="1"/>
        </p:nvSpPr>
        <p:spPr>
          <a:xfrm>
            <a:off x="4458575" y="4228924"/>
            <a:ext cx="3282517" cy="579427"/>
          </a:xfrm>
          <a:prstGeom prst="rect">
            <a:avLst/>
          </a:prstGeom>
        </p:spPr>
        <p:txBody>
          <a:bodyPr vert="horz" lIns="91440" tIns="45720" rIns="91440" bIns="45720" numCol="1" spcCol="0" rtlCol="0">
            <a:noAutofit/>
          </a:bodyPr>
          <a:lstStyle>
            <a:lvl1pPr marL="342900" indent="-342900" algn="l" defTabSz="457200" rtl="0" eaLnBrk="1" latinLnBrk="0" hangingPunct="1">
              <a:spcBef>
                <a:spcPct val="20000"/>
              </a:spcBef>
              <a:buFont typeface="Arial"/>
              <a:buChar char="•"/>
              <a:defRPr sz="26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2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Bef>
                <a:spcPts val="0"/>
              </a:spcBef>
              <a:spcAft>
                <a:spcPts val="1200"/>
              </a:spcAft>
              <a:buNone/>
            </a:pPr>
            <a:r>
              <a:rPr lang="en-GB" sz="3500" b="1">
                <a:solidFill>
                  <a:schemeClr val="bg1"/>
                </a:solidFill>
                <a:latin typeface="Plus Jakarta Sans" pitchFamily="2" charset="0"/>
              </a:rPr>
              <a:t>DARE</a:t>
            </a:r>
          </a:p>
        </p:txBody>
      </p:sp>
      <p:grpSp>
        <p:nvGrpSpPr>
          <p:cNvPr id="17" name="Ryhmä 16">
            <a:extLst>
              <a:ext uri="{FF2B5EF4-FFF2-40B4-BE49-F238E27FC236}">
                <a16:creationId xmlns:a16="http://schemas.microsoft.com/office/drawing/2014/main" id="{2C4E4E57-D54D-DE6E-FDA9-EAF19DECBD76}"/>
              </a:ext>
            </a:extLst>
          </p:cNvPr>
          <p:cNvGrpSpPr/>
          <p:nvPr userDrawn="1"/>
        </p:nvGrpSpPr>
        <p:grpSpPr>
          <a:xfrm>
            <a:off x="8440717" y="2088684"/>
            <a:ext cx="2401680" cy="2070414"/>
            <a:chOff x="7640973" y="1842435"/>
            <a:chExt cx="3199219" cy="2757948"/>
          </a:xfrm>
          <a:effectLst>
            <a:outerShdw blurRad="342900" sx="103000" sy="103000" algn="ctr" rotWithShape="0">
              <a:srgbClr val="C00000">
                <a:alpha val="36000"/>
              </a:srgbClr>
            </a:outerShdw>
          </a:effectLst>
        </p:grpSpPr>
        <p:sp>
          <p:nvSpPr>
            <p:cNvPr id="18" name="Kuusikulmio 17">
              <a:extLst>
                <a:ext uri="{FF2B5EF4-FFF2-40B4-BE49-F238E27FC236}">
                  <a16:creationId xmlns:a16="http://schemas.microsoft.com/office/drawing/2014/main" id="{DDB50C63-1764-D226-3C95-7C548F1B1259}"/>
                </a:ext>
              </a:extLst>
            </p:cNvPr>
            <p:cNvSpPr/>
            <p:nvPr/>
          </p:nvSpPr>
          <p:spPr>
            <a:xfrm>
              <a:off x="7640973" y="1842435"/>
              <a:ext cx="3199219" cy="2757948"/>
            </a:xfrm>
            <a:prstGeom prst="hexag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9" name="Kuva 18">
              <a:extLst>
                <a:ext uri="{FF2B5EF4-FFF2-40B4-BE49-F238E27FC236}">
                  <a16:creationId xmlns:a16="http://schemas.microsoft.com/office/drawing/2014/main" id="{95AC2229-C90D-5CBC-24C4-84830B2F3F3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10122" y="2467097"/>
              <a:ext cx="1660920" cy="1568967"/>
            </a:xfrm>
            <a:prstGeom prst="rect">
              <a:avLst/>
            </a:prstGeom>
          </p:spPr>
        </p:pic>
      </p:grpSp>
      <p:sp>
        <p:nvSpPr>
          <p:cNvPr id="20" name="Sisällön paikkamerkki 2">
            <a:extLst>
              <a:ext uri="{FF2B5EF4-FFF2-40B4-BE49-F238E27FC236}">
                <a16:creationId xmlns:a16="http://schemas.microsoft.com/office/drawing/2014/main" id="{96056195-5D2D-4A8B-F402-9A338A6EE23A}"/>
              </a:ext>
            </a:extLst>
          </p:cNvPr>
          <p:cNvSpPr txBox="1">
            <a:spLocks/>
          </p:cNvSpPr>
          <p:nvPr userDrawn="1"/>
        </p:nvSpPr>
        <p:spPr>
          <a:xfrm>
            <a:off x="7983260" y="4229608"/>
            <a:ext cx="3324304" cy="579427"/>
          </a:xfrm>
          <a:prstGeom prst="rect">
            <a:avLst/>
          </a:prstGeom>
        </p:spPr>
        <p:txBody>
          <a:bodyPr vert="horz" lIns="91440" tIns="45720" rIns="91440" bIns="45720" numCol="1" spcCol="0" rtlCol="0">
            <a:noAutofit/>
          </a:bodyPr>
          <a:lstStyle>
            <a:lvl1pPr marL="342900" indent="-342900" algn="l" defTabSz="457200" rtl="0" eaLnBrk="1" latinLnBrk="0" hangingPunct="1">
              <a:spcBef>
                <a:spcPct val="20000"/>
              </a:spcBef>
              <a:buFont typeface="Arial"/>
              <a:buChar char="•"/>
              <a:defRPr sz="26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2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Bef>
                <a:spcPts val="0"/>
              </a:spcBef>
              <a:spcAft>
                <a:spcPts val="1200"/>
              </a:spcAft>
              <a:buNone/>
            </a:pPr>
            <a:r>
              <a:rPr lang="en-US" sz="3500" b="1">
                <a:solidFill>
                  <a:schemeClr val="bg1"/>
                </a:solidFill>
                <a:latin typeface="Plus Jakarta Sans" pitchFamily="2" charset="0"/>
              </a:rPr>
              <a:t>LOVE</a:t>
            </a:r>
            <a:endParaRPr lang="en-US" sz="3500">
              <a:solidFill>
                <a:schemeClr val="bg1"/>
              </a:solidFill>
            </a:endParaRPr>
          </a:p>
        </p:txBody>
      </p:sp>
      <p:sp>
        <p:nvSpPr>
          <p:cNvPr id="25" name="Tekstin paikkamerkki 12">
            <a:extLst>
              <a:ext uri="{FF2B5EF4-FFF2-40B4-BE49-F238E27FC236}">
                <a16:creationId xmlns:a16="http://schemas.microsoft.com/office/drawing/2014/main" id="{CE3E7BDA-B8C2-C63D-FDC0-0EA97A45B42A}"/>
              </a:ext>
            </a:extLst>
          </p:cNvPr>
          <p:cNvSpPr>
            <a:spLocks noGrp="1"/>
          </p:cNvSpPr>
          <p:nvPr>
            <p:ph type="body" sz="quarter" idx="11" hasCustomPrompt="1"/>
          </p:nvPr>
        </p:nvSpPr>
        <p:spPr>
          <a:xfrm>
            <a:off x="984117" y="5014437"/>
            <a:ext cx="3059094" cy="1122362"/>
          </a:xfrm>
        </p:spPr>
        <p:txBody>
          <a:bodyPr>
            <a:normAutofit/>
          </a:bodyPr>
          <a:lstStyle>
            <a:lvl1pPr marL="0" indent="0" algn="ctr">
              <a:buNone/>
              <a:defRPr sz="1200">
                <a:solidFill>
                  <a:schemeClr val="bg1"/>
                </a:solidFill>
              </a:defRPr>
            </a:lvl1pPr>
          </a:lstStyle>
          <a:p>
            <a:pPr lvl="0"/>
            <a:r>
              <a:rPr lang="fi-FI" err="1"/>
              <a:t>Click</a:t>
            </a:r>
            <a:r>
              <a:rPr lang="fi-FI"/>
              <a:t> to </a:t>
            </a:r>
            <a:r>
              <a:rPr lang="fi-FI" err="1"/>
              <a:t>edit</a:t>
            </a:r>
            <a:endParaRPr lang="en-GB"/>
          </a:p>
        </p:txBody>
      </p:sp>
      <p:sp>
        <p:nvSpPr>
          <p:cNvPr id="26" name="Tekstin paikkamerkki 12">
            <a:extLst>
              <a:ext uri="{FF2B5EF4-FFF2-40B4-BE49-F238E27FC236}">
                <a16:creationId xmlns:a16="http://schemas.microsoft.com/office/drawing/2014/main" id="{EC8D793D-268C-55B3-F6CF-CEC1596F1857}"/>
              </a:ext>
            </a:extLst>
          </p:cNvPr>
          <p:cNvSpPr>
            <a:spLocks noGrp="1"/>
          </p:cNvSpPr>
          <p:nvPr>
            <p:ph type="body" sz="quarter" idx="12" hasCustomPrompt="1"/>
          </p:nvPr>
        </p:nvSpPr>
        <p:spPr>
          <a:xfrm>
            <a:off x="4565425" y="5014437"/>
            <a:ext cx="3059094" cy="1122362"/>
          </a:xfrm>
        </p:spPr>
        <p:txBody>
          <a:bodyPr>
            <a:normAutofit/>
          </a:bodyPr>
          <a:lstStyle>
            <a:lvl1pPr marL="0" indent="0" algn="ctr">
              <a:buNone/>
              <a:defRPr sz="1200">
                <a:solidFill>
                  <a:schemeClr val="bg1"/>
                </a:solidFill>
              </a:defRPr>
            </a:lvl1pPr>
          </a:lstStyle>
          <a:p>
            <a:pPr lvl="0"/>
            <a:r>
              <a:rPr lang="fi-FI" err="1"/>
              <a:t>Click</a:t>
            </a:r>
            <a:r>
              <a:rPr lang="fi-FI"/>
              <a:t> to </a:t>
            </a:r>
            <a:r>
              <a:rPr lang="fi-FI" err="1"/>
              <a:t>edit</a:t>
            </a:r>
            <a:endParaRPr lang="en-GB"/>
          </a:p>
        </p:txBody>
      </p:sp>
      <p:sp>
        <p:nvSpPr>
          <p:cNvPr id="27" name="Tekstin paikkamerkki 12">
            <a:extLst>
              <a:ext uri="{FF2B5EF4-FFF2-40B4-BE49-F238E27FC236}">
                <a16:creationId xmlns:a16="http://schemas.microsoft.com/office/drawing/2014/main" id="{A671DC2F-22BC-90E4-7D44-CD074B864E79}"/>
              </a:ext>
            </a:extLst>
          </p:cNvPr>
          <p:cNvSpPr>
            <a:spLocks noGrp="1"/>
          </p:cNvSpPr>
          <p:nvPr>
            <p:ph type="body" sz="quarter" idx="13" hasCustomPrompt="1"/>
          </p:nvPr>
        </p:nvSpPr>
        <p:spPr>
          <a:xfrm>
            <a:off x="8112009" y="5014437"/>
            <a:ext cx="3059094" cy="1122362"/>
          </a:xfrm>
        </p:spPr>
        <p:txBody>
          <a:bodyPr>
            <a:normAutofit/>
          </a:bodyPr>
          <a:lstStyle>
            <a:lvl1pPr marL="0" indent="0" algn="ctr">
              <a:buNone/>
              <a:defRPr sz="1200">
                <a:solidFill>
                  <a:schemeClr val="bg1"/>
                </a:solidFill>
              </a:defRPr>
            </a:lvl1pPr>
          </a:lstStyle>
          <a:p>
            <a:pPr lvl="0"/>
            <a:r>
              <a:rPr lang="fi-FI" err="1"/>
              <a:t>Click</a:t>
            </a:r>
            <a:r>
              <a:rPr lang="fi-FI"/>
              <a:t> to </a:t>
            </a:r>
            <a:r>
              <a:rPr lang="fi-FI" err="1"/>
              <a:t>edit</a:t>
            </a:r>
            <a:endParaRPr lang="en-GB"/>
          </a:p>
        </p:txBody>
      </p:sp>
      <p:sp>
        <p:nvSpPr>
          <p:cNvPr id="28" name="Subtitle 2">
            <a:extLst>
              <a:ext uri="{FF2B5EF4-FFF2-40B4-BE49-F238E27FC236}">
                <a16:creationId xmlns:a16="http://schemas.microsoft.com/office/drawing/2014/main" id="{1D5FFA9F-000C-4531-CFA9-0EC43EDD7504}"/>
              </a:ext>
            </a:extLst>
          </p:cNvPr>
          <p:cNvSpPr>
            <a:spLocks noGrp="1"/>
          </p:cNvSpPr>
          <p:nvPr>
            <p:ph type="subTitle" idx="1"/>
          </p:nvPr>
        </p:nvSpPr>
        <p:spPr>
          <a:xfrm>
            <a:off x="895736" y="1221041"/>
            <a:ext cx="10411828" cy="895997"/>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3" name="Dian numeron paikkamerkki 2">
            <a:extLst>
              <a:ext uri="{FF2B5EF4-FFF2-40B4-BE49-F238E27FC236}">
                <a16:creationId xmlns:a16="http://schemas.microsoft.com/office/drawing/2014/main" id="{242310B3-02D5-FDD6-9286-112375D12EBF}"/>
              </a:ext>
            </a:extLst>
          </p:cNvPr>
          <p:cNvSpPr>
            <a:spLocks noGrp="1"/>
          </p:cNvSpPr>
          <p:nvPr>
            <p:ph type="sldNum" sz="quarter" idx="14"/>
          </p:nvPr>
        </p:nvSpPr>
        <p:spPr/>
        <p:txBody>
          <a:bodyPr/>
          <a:lstStyle>
            <a:lvl1pPr>
              <a:defRPr>
                <a:solidFill>
                  <a:schemeClr val="bg1"/>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3759640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pic>
        <p:nvPicPr>
          <p:cNvPr id="19" name="Kuva 18" descr="Kuva, joka sisältää kohteen vaate, henkilö, huivi, höyhenpuuhka&#10;&#10;Tekoälyn generoima sisältö voi olla virheellistä.">
            <a:extLst>
              <a:ext uri="{FF2B5EF4-FFF2-40B4-BE49-F238E27FC236}">
                <a16:creationId xmlns:a16="http://schemas.microsoft.com/office/drawing/2014/main" id="{95D23C42-5A88-9F1B-E9A5-2A9B476EA54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Suorakulmio 3">
            <a:extLst>
              <a:ext uri="{FF2B5EF4-FFF2-40B4-BE49-F238E27FC236}">
                <a16:creationId xmlns:a16="http://schemas.microsoft.com/office/drawing/2014/main" id="{435EB82B-068C-4891-FB12-E2F6E84B56E8}"/>
              </a:ext>
            </a:extLst>
          </p:cNvPr>
          <p:cNvSpPr/>
          <p:nvPr userDrawn="1"/>
        </p:nvSpPr>
        <p:spPr>
          <a:xfrm>
            <a:off x="0" y="826236"/>
            <a:ext cx="12192000" cy="6031764"/>
          </a:xfrm>
          <a:prstGeom prst="rect">
            <a:avLst/>
          </a:prstGeom>
          <a:gradFill>
            <a:gsLst>
              <a:gs pos="0">
                <a:schemeClr val="tx1">
                  <a:alpha val="0"/>
                </a:schemeClr>
              </a:gs>
              <a:gs pos="100000">
                <a:schemeClr val="tx2">
                  <a:alpha val="34000"/>
                </a:schemeClr>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0" y="1317890"/>
            <a:ext cx="12192000" cy="1470025"/>
          </a:xfrm>
        </p:spPr>
        <p:txBody>
          <a:bodyPr anchor="b" anchorCtr="0">
            <a:noAutofit/>
          </a:bodyPr>
          <a:lstStyle>
            <a:lvl1pPr algn="ctr">
              <a:defRPr sz="9000" b="0">
                <a:solidFill>
                  <a:schemeClr val="bg1"/>
                </a:solidFill>
              </a:defRPr>
            </a:lvl1pPr>
          </a:lstStyle>
          <a:p>
            <a:r>
              <a:rPr lang="en-US"/>
              <a:t>ADD HEADLINE</a:t>
            </a:r>
          </a:p>
        </p:txBody>
      </p:sp>
      <p:pic>
        <p:nvPicPr>
          <p:cNvPr id="5" name="Kuva 4">
            <a:extLst>
              <a:ext uri="{FF2B5EF4-FFF2-40B4-BE49-F238E27FC236}">
                <a16:creationId xmlns:a16="http://schemas.microsoft.com/office/drawing/2014/main" id="{57140CB2-1530-4718-F659-5C520593097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pic>
        <p:nvPicPr>
          <p:cNvPr id="7" name="Kuva 6" descr="Kuva, joka sisältää kohteen Fontti, teksti, Grafiikka, kuvakaappaus&#10;&#10;Tekoälyn generoima sisältö voi olla virheellistä.">
            <a:extLst>
              <a:ext uri="{FF2B5EF4-FFF2-40B4-BE49-F238E27FC236}">
                <a16:creationId xmlns:a16="http://schemas.microsoft.com/office/drawing/2014/main" id="{FBDDB4E7-1F76-6A08-6686-E087B5F8F5E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128380" y="3745679"/>
            <a:ext cx="1273135" cy="339503"/>
          </a:xfrm>
          <a:prstGeom prst="rect">
            <a:avLst/>
          </a:prstGeom>
        </p:spPr>
      </p:pic>
      <p:pic>
        <p:nvPicPr>
          <p:cNvPr id="8" name="Kuva 7">
            <a:extLst>
              <a:ext uri="{FF2B5EF4-FFF2-40B4-BE49-F238E27FC236}">
                <a16:creationId xmlns:a16="http://schemas.microsoft.com/office/drawing/2014/main" id="{BBB7C501-B6B8-C41B-EAF9-4E53CB94B3C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194004" y="3107170"/>
            <a:ext cx="1958316" cy="1695684"/>
          </a:xfrm>
          <a:prstGeom prst="rect">
            <a:avLst/>
          </a:prstGeom>
        </p:spPr>
      </p:pic>
      <p:pic>
        <p:nvPicPr>
          <p:cNvPr id="9" name="Kuva 8">
            <a:extLst>
              <a:ext uri="{FF2B5EF4-FFF2-40B4-BE49-F238E27FC236}">
                <a16:creationId xmlns:a16="http://schemas.microsoft.com/office/drawing/2014/main" id="{14D9AE01-3961-B57D-A300-016478EBA3C9}"/>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8780176" y="3107170"/>
            <a:ext cx="1958316" cy="1695684"/>
          </a:xfrm>
          <a:prstGeom prst="rect">
            <a:avLst/>
          </a:prstGeom>
        </p:spPr>
      </p:pic>
      <p:pic>
        <p:nvPicPr>
          <p:cNvPr id="10" name="Kuva 9">
            <a:extLst>
              <a:ext uri="{FF2B5EF4-FFF2-40B4-BE49-F238E27FC236}">
                <a16:creationId xmlns:a16="http://schemas.microsoft.com/office/drawing/2014/main" id="{3D25AF05-08F1-8CC2-2205-D458BA18C415}"/>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6347510" y="3107170"/>
            <a:ext cx="1958316" cy="1695684"/>
          </a:xfrm>
          <a:prstGeom prst="rect">
            <a:avLst/>
          </a:prstGeom>
        </p:spPr>
      </p:pic>
      <p:pic>
        <p:nvPicPr>
          <p:cNvPr id="11" name="Kuva 10">
            <a:extLst>
              <a:ext uri="{FF2B5EF4-FFF2-40B4-BE49-F238E27FC236}">
                <a16:creationId xmlns:a16="http://schemas.microsoft.com/office/drawing/2014/main" id="{B9335FE5-009C-BF2E-5C39-27A8D09F7D7A}"/>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770757" y="3107170"/>
            <a:ext cx="1958316" cy="1695685"/>
          </a:xfrm>
          <a:prstGeom prst="rect">
            <a:avLst/>
          </a:prstGeom>
        </p:spPr>
      </p:pic>
      <p:sp>
        <p:nvSpPr>
          <p:cNvPr id="13" name="Tekstin paikkamerkki 12">
            <a:extLst>
              <a:ext uri="{FF2B5EF4-FFF2-40B4-BE49-F238E27FC236}">
                <a16:creationId xmlns:a16="http://schemas.microsoft.com/office/drawing/2014/main" id="{824BE5F9-BA15-3033-98B6-FB91D5B92B37}"/>
              </a:ext>
            </a:extLst>
          </p:cNvPr>
          <p:cNvSpPr>
            <a:spLocks noGrp="1"/>
          </p:cNvSpPr>
          <p:nvPr>
            <p:ph type="body" sz="quarter" idx="10" hasCustomPrompt="1"/>
          </p:nvPr>
        </p:nvSpPr>
        <p:spPr>
          <a:xfrm>
            <a:off x="928688" y="5174457"/>
            <a:ext cx="2303462" cy="1122362"/>
          </a:xfrm>
        </p:spPr>
        <p:txBody>
          <a:bodyPr>
            <a:normAutofit/>
          </a:bodyPr>
          <a:lstStyle>
            <a:lvl1pPr marL="0" indent="0" algn="ctr">
              <a:buNone/>
              <a:defRPr sz="1800">
                <a:solidFill>
                  <a:schemeClr val="bg1"/>
                </a:solidFill>
              </a:defRPr>
            </a:lvl1pPr>
          </a:lstStyle>
          <a:p>
            <a:pPr lvl="0"/>
            <a:r>
              <a:rPr lang="fi-FI" err="1"/>
              <a:t>Click</a:t>
            </a:r>
            <a:r>
              <a:rPr lang="fi-FI"/>
              <a:t> to </a:t>
            </a:r>
            <a:r>
              <a:rPr lang="fi-FI" err="1"/>
              <a:t>edit</a:t>
            </a:r>
            <a:endParaRPr lang="en-GB"/>
          </a:p>
        </p:txBody>
      </p:sp>
      <p:sp>
        <p:nvSpPr>
          <p:cNvPr id="14" name="Tekstin paikkamerkki 12">
            <a:extLst>
              <a:ext uri="{FF2B5EF4-FFF2-40B4-BE49-F238E27FC236}">
                <a16:creationId xmlns:a16="http://schemas.microsoft.com/office/drawing/2014/main" id="{94DBD222-C71E-B036-36A6-0528CD373920}"/>
              </a:ext>
            </a:extLst>
          </p:cNvPr>
          <p:cNvSpPr>
            <a:spLocks noGrp="1"/>
          </p:cNvSpPr>
          <p:nvPr>
            <p:ph type="body" sz="quarter" idx="11" hasCustomPrompt="1"/>
          </p:nvPr>
        </p:nvSpPr>
        <p:spPr>
          <a:xfrm>
            <a:off x="3598184" y="5174457"/>
            <a:ext cx="2303462" cy="1122362"/>
          </a:xfrm>
        </p:spPr>
        <p:txBody>
          <a:bodyPr>
            <a:normAutofit/>
          </a:bodyPr>
          <a:lstStyle>
            <a:lvl1pPr marL="0" indent="0" algn="ctr">
              <a:buNone/>
              <a:defRPr sz="1800">
                <a:solidFill>
                  <a:schemeClr val="bg1"/>
                </a:solidFill>
              </a:defRPr>
            </a:lvl1pPr>
          </a:lstStyle>
          <a:p>
            <a:pPr lvl="0"/>
            <a:r>
              <a:rPr lang="fi-FI" err="1"/>
              <a:t>Click</a:t>
            </a:r>
            <a:r>
              <a:rPr lang="fi-FI"/>
              <a:t> to </a:t>
            </a:r>
            <a:r>
              <a:rPr lang="fi-FI" err="1"/>
              <a:t>edit</a:t>
            </a:r>
            <a:endParaRPr lang="en-GB"/>
          </a:p>
        </p:txBody>
      </p:sp>
      <p:sp>
        <p:nvSpPr>
          <p:cNvPr id="15" name="Tekstin paikkamerkki 12">
            <a:extLst>
              <a:ext uri="{FF2B5EF4-FFF2-40B4-BE49-F238E27FC236}">
                <a16:creationId xmlns:a16="http://schemas.microsoft.com/office/drawing/2014/main" id="{8962A663-84BC-26C0-F54C-6C126729BA98}"/>
              </a:ext>
            </a:extLst>
          </p:cNvPr>
          <p:cNvSpPr>
            <a:spLocks noGrp="1"/>
          </p:cNvSpPr>
          <p:nvPr>
            <p:ph type="body" sz="quarter" idx="12" hasCustomPrompt="1"/>
          </p:nvPr>
        </p:nvSpPr>
        <p:spPr>
          <a:xfrm>
            <a:off x="6174937" y="5174457"/>
            <a:ext cx="2303462" cy="1122362"/>
          </a:xfrm>
        </p:spPr>
        <p:txBody>
          <a:bodyPr>
            <a:normAutofit/>
          </a:bodyPr>
          <a:lstStyle>
            <a:lvl1pPr marL="0" indent="0" algn="ctr">
              <a:buNone/>
              <a:defRPr sz="1800">
                <a:solidFill>
                  <a:schemeClr val="bg1"/>
                </a:solidFill>
              </a:defRPr>
            </a:lvl1pPr>
          </a:lstStyle>
          <a:p>
            <a:pPr lvl="0"/>
            <a:r>
              <a:rPr lang="fi-FI" err="1"/>
              <a:t>Click</a:t>
            </a:r>
            <a:r>
              <a:rPr lang="fi-FI"/>
              <a:t> to </a:t>
            </a:r>
            <a:r>
              <a:rPr lang="fi-FI" err="1"/>
              <a:t>edit</a:t>
            </a:r>
            <a:endParaRPr lang="en-GB"/>
          </a:p>
        </p:txBody>
      </p:sp>
      <p:sp>
        <p:nvSpPr>
          <p:cNvPr id="16" name="Tekstin paikkamerkki 12">
            <a:extLst>
              <a:ext uri="{FF2B5EF4-FFF2-40B4-BE49-F238E27FC236}">
                <a16:creationId xmlns:a16="http://schemas.microsoft.com/office/drawing/2014/main" id="{9176F652-6D32-0BEB-DFE7-7D84C30AA42D}"/>
              </a:ext>
            </a:extLst>
          </p:cNvPr>
          <p:cNvSpPr>
            <a:spLocks noGrp="1"/>
          </p:cNvSpPr>
          <p:nvPr>
            <p:ph type="body" sz="quarter" idx="13" hasCustomPrompt="1"/>
          </p:nvPr>
        </p:nvSpPr>
        <p:spPr>
          <a:xfrm>
            <a:off x="8688317" y="5174457"/>
            <a:ext cx="2303462" cy="1122362"/>
          </a:xfrm>
        </p:spPr>
        <p:txBody>
          <a:bodyPr>
            <a:normAutofit/>
          </a:bodyPr>
          <a:lstStyle>
            <a:lvl1pPr marL="0" indent="0" algn="ctr">
              <a:buNone/>
              <a:defRPr sz="1800">
                <a:solidFill>
                  <a:schemeClr val="bg1"/>
                </a:solidFill>
              </a:defRPr>
            </a:lvl1pPr>
          </a:lstStyle>
          <a:p>
            <a:pPr lvl="0"/>
            <a:r>
              <a:rPr lang="fi-FI" err="1"/>
              <a:t>Click</a:t>
            </a:r>
            <a:r>
              <a:rPr lang="fi-FI"/>
              <a:t> to </a:t>
            </a:r>
            <a:r>
              <a:rPr lang="fi-FI" err="1"/>
              <a:t>edit</a:t>
            </a:r>
            <a:endParaRPr lang="en-GB"/>
          </a:p>
        </p:txBody>
      </p:sp>
      <p:sp>
        <p:nvSpPr>
          <p:cNvPr id="3" name="Dian numeron paikkamerkki 2">
            <a:extLst>
              <a:ext uri="{FF2B5EF4-FFF2-40B4-BE49-F238E27FC236}">
                <a16:creationId xmlns:a16="http://schemas.microsoft.com/office/drawing/2014/main" id="{58FD9BFE-7056-CB66-A826-DB23D53A7917}"/>
              </a:ext>
            </a:extLst>
          </p:cNvPr>
          <p:cNvSpPr>
            <a:spLocks noGrp="1"/>
          </p:cNvSpPr>
          <p:nvPr>
            <p:ph type="sldNum" sz="quarter" idx="14"/>
          </p:nvPr>
        </p:nvSpPr>
        <p:spPr/>
        <p:txBody>
          <a:bodyPr/>
          <a:lstStyle>
            <a:lvl1pPr>
              <a:defRPr>
                <a:solidFill>
                  <a:schemeClr val="bg1"/>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3603257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pic>
        <p:nvPicPr>
          <p:cNvPr id="7" name="Kuva 6" descr="Kuva, joka sisältää kohteen vaate, henkilö, huivi, höyhenpuuhka&#10;&#10;Tekoälyn generoima sisältö voi olla virheellistä.">
            <a:extLst>
              <a:ext uri="{FF2B5EF4-FFF2-40B4-BE49-F238E27FC236}">
                <a16:creationId xmlns:a16="http://schemas.microsoft.com/office/drawing/2014/main" id="{5A32369B-1D06-25D6-4F00-F35B9B41F5C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Suorakulmio 3">
            <a:extLst>
              <a:ext uri="{FF2B5EF4-FFF2-40B4-BE49-F238E27FC236}">
                <a16:creationId xmlns:a16="http://schemas.microsoft.com/office/drawing/2014/main" id="{435EB82B-068C-4891-FB12-E2F6E84B56E8}"/>
              </a:ext>
            </a:extLst>
          </p:cNvPr>
          <p:cNvSpPr/>
          <p:nvPr userDrawn="1"/>
        </p:nvSpPr>
        <p:spPr>
          <a:xfrm>
            <a:off x="0" y="826236"/>
            <a:ext cx="12192000" cy="6031764"/>
          </a:xfrm>
          <a:prstGeom prst="rect">
            <a:avLst/>
          </a:prstGeom>
          <a:gradFill>
            <a:gsLst>
              <a:gs pos="0">
                <a:schemeClr val="tx1">
                  <a:alpha val="0"/>
                </a:schemeClr>
              </a:gs>
              <a:gs pos="100000">
                <a:schemeClr val="tx2">
                  <a:alpha val="34000"/>
                </a:schemeClr>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914400" y="2130426"/>
            <a:ext cx="10363200" cy="1470025"/>
          </a:xfrm>
        </p:spPr>
        <p:txBody>
          <a:bodyPr anchor="b" anchorCtr="0"/>
          <a:lstStyle>
            <a:lvl1pPr algn="ctr">
              <a:defRPr b="0">
                <a:solidFill>
                  <a:schemeClr val="bg1"/>
                </a:solidFill>
              </a:defRPr>
            </a:lvl1pPr>
          </a:lstStyle>
          <a:p>
            <a:r>
              <a:rPr lang="en-US"/>
              <a:t>CLICK TO ADD HEADLINE</a:t>
            </a:r>
          </a:p>
        </p:txBody>
      </p:sp>
      <p:sp>
        <p:nvSpPr>
          <p:cNvPr id="3" name="Subtitle 2"/>
          <p:cNvSpPr>
            <a:spLocks noGrp="1"/>
          </p:cNvSpPr>
          <p:nvPr>
            <p:ph type="subTitle" idx="1" hasCustomPrompt="1"/>
          </p:nvPr>
        </p:nvSpPr>
        <p:spPr>
          <a:xfrm>
            <a:off x="1828800" y="3886200"/>
            <a:ext cx="8534400" cy="175260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subtitle</a:t>
            </a:r>
          </a:p>
        </p:txBody>
      </p:sp>
      <p:pic>
        <p:nvPicPr>
          <p:cNvPr id="5" name="Kuva 4">
            <a:extLst>
              <a:ext uri="{FF2B5EF4-FFF2-40B4-BE49-F238E27FC236}">
                <a16:creationId xmlns:a16="http://schemas.microsoft.com/office/drawing/2014/main" id="{57140CB2-1530-4718-F659-5C520593097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spTree>
    <p:extLst>
      <p:ext uri="{BB962C8B-B14F-4D97-AF65-F5344CB8AC3E}">
        <p14:creationId xmlns:p14="http://schemas.microsoft.com/office/powerpoint/2010/main" val="713511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pic>
        <p:nvPicPr>
          <p:cNvPr id="8" name="Kuva 7" descr="Kuva, joka sisältää kohteen Ihmisen kasvot, henkilö, vaate, hymy&#10;&#10;Tekoälyn generoima sisältö voi olla virheellistä.">
            <a:extLst>
              <a:ext uri="{FF2B5EF4-FFF2-40B4-BE49-F238E27FC236}">
                <a16:creationId xmlns:a16="http://schemas.microsoft.com/office/drawing/2014/main" id="{B514759D-E3B7-32A9-3F89-C5C3E6E36C8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Suorakulmio 3">
            <a:extLst>
              <a:ext uri="{FF2B5EF4-FFF2-40B4-BE49-F238E27FC236}">
                <a16:creationId xmlns:a16="http://schemas.microsoft.com/office/drawing/2014/main" id="{0EC21ABF-D5AA-0561-1ACA-6D5A9E95F2B2}"/>
              </a:ext>
            </a:extLst>
          </p:cNvPr>
          <p:cNvSpPr/>
          <p:nvPr userDrawn="1"/>
        </p:nvSpPr>
        <p:spPr>
          <a:xfrm>
            <a:off x="0" y="826236"/>
            <a:ext cx="12192000" cy="6031764"/>
          </a:xfrm>
          <a:prstGeom prst="rect">
            <a:avLst/>
          </a:prstGeom>
          <a:gradFill>
            <a:gsLst>
              <a:gs pos="0">
                <a:schemeClr val="tx1">
                  <a:alpha val="0"/>
                </a:schemeClr>
              </a:gs>
              <a:gs pos="100000">
                <a:schemeClr val="tx2">
                  <a:alpha val="34000"/>
                </a:schemeClr>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914400" y="2130426"/>
            <a:ext cx="10363200" cy="1470025"/>
          </a:xfrm>
        </p:spPr>
        <p:txBody>
          <a:bodyPr anchor="b" anchorCtr="0"/>
          <a:lstStyle>
            <a:lvl1pPr algn="ctr">
              <a:defRPr b="0">
                <a:solidFill>
                  <a:schemeClr val="bg1"/>
                </a:solidFill>
              </a:defRPr>
            </a:lvl1pPr>
          </a:lstStyle>
          <a:p>
            <a:r>
              <a:rPr lang="en-US"/>
              <a:t>CLICK TO ADD HEADLINE</a:t>
            </a:r>
          </a:p>
        </p:txBody>
      </p:sp>
      <p:sp>
        <p:nvSpPr>
          <p:cNvPr id="3" name="Subtitle 2"/>
          <p:cNvSpPr>
            <a:spLocks noGrp="1"/>
          </p:cNvSpPr>
          <p:nvPr>
            <p:ph type="subTitle" idx="1" hasCustomPrompt="1"/>
          </p:nvPr>
        </p:nvSpPr>
        <p:spPr>
          <a:xfrm>
            <a:off x="1828800" y="3886200"/>
            <a:ext cx="8534400" cy="175260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subtitle</a:t>
            </a:r>
          </a:p>
        </p:txBody>
      </p:sp>
      <p:pic>
        <p:nvPicPr>
          <p:cNvPr id="5" name="Kuva 4">
            <a:extLst>
              <a:ext uri="{FF2B5EF4-FFF2-40B4-BE49-F238E27FC236}">
                <a16:creationId xmlns:a16="http://schemas.microsoft.com/office/drawing/2014/main" id="{57140CB2-1530-4718-F659-5C520593097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spTree>
    <p:extLst>
      <p:ext uri="{BB962C8B-B14F-4D97-AF65-F5344CB8AC3E}">
        <p14:creationId xmlns:p14="http://schemas.microsoft.com/office/powerpoint/2010/main" val="28675947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pic>
        <p:nvPicPr>
          <p:cNvPr id="7" name="Kuva 6" descr="Kuva, joka sisältää kohteen Ihmisen kasvot, henkilö, Ihmisen parta, mies&#10;&#10;Tekoälyn generoima sisältö voi olla virheellistä.">
            <a:extLst>
              <a:ext uri="{FF2B5EF4-FFF2-40B4-BE49-F238E27FC236}">
                <a16:creationId xmlns:a16="http://schemas.microsoft.com/office/drawing/2014/main" id="{0CF3E063-FCBD-C396-3D0F-6B47B359A13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Suorakulmio 3">
            <a:extLst>
              <a:ext uri="{FF2B5EF4-FFF2-40B4-BE49-F238E27FC236}">
                <a16:creationId xmlns:a16="http://schemas.microsoft.com/office/drawing/2014/main" id="{0290FE56-E8A4-127D-2856-1F931BD8DE52}"/>
              </a:ext>
            </a:extLst>
          </p:cNvPr>
          <p:cNvSpPr/>
          <p:nvPr userDrawn="1"/>
        </p:nvSpPr>
        <p:spPr>
          <a:xfrm>
            <a:off x="0" y="826236"/>
            <a:ext cx="12192000" cy="6031764"/>
          </a:xfrm>
          <a:prstGeom prst="rect">
            <a:avLst/>
          </a:prstGeom>
          <a:gradFill>
            <a:gsLst>
              <a:gs pos="0">
                <a:schemeClr val="tx1">
                  <a:alpha val="0"/>
                </a:schemeClr>
              </a:gs>
              <a:gs pos="100000">
                <a:schemeClr val="tx2">
                  <a:alpha val="34000"/>
                </a:schemeClr>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914400" y="2130426"/>
            <a:ext cx="10363200" cy="1470025"/>
          </a:xfrm>
        </p:spPr>
        <p:txBody>
          <a:bodyPr anchor="b" anchorCtr="0"/>
          <a:lstStyle>
            <a:lvl1pPr algn="ctr">
              <a:defRPr b="0">
                <a:solidFill>
                  <a:schemeClr val="bg1"/>
                </a:solidFill>
              </a:defRPr>
            </a:lvl1pPr>
          </a:lstStyle>
          <a:p>
            <a:r>
              <a:rPr lang="en-US"/>
              <a:t>CLICK TO ADD HEADLINE</a:t>
            </a:r>
          </a:p>
        </p:txBody>
      </p:sp>
      <p:sp>
        <p:nvSpPr>
          <p:cNvPr id="3" name="Subtitle 2"/>
          <p:cNvSpPr>
            <a:spLocks noGrp="1"/>
          </p:cNvSpPr>
          <p:nvPr>
            <p:ph type="subTitle" idx="1" hasCustomPrompt="1"/>
          </p:nvPr>
        </p:nvSpPr>
        <p:spPr>
          <a:xfrm>
            <a:off x="1828800" y="3886200"/>
            <a:ext cx="8534400" cy="175260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subtitle</a:t>
            </a:r>
          </a:p>
        </p:txBody>
      </p:sp>
      <p:pic>
        <p:nvPicPr>
          <p:cNvPr id="5" name="Kuva 4">
            <a:extLst>
              <a:ext uri="{FF2B5EF4-FFF2-40B4-BE49-F238E27FC236}">
                <a16:creationId xmlns:a16="http://schemas.microsoft.com/office/drawing/2014/main" id="{57140CB2-1530-4718-F659-5C520593097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spTree>
    <p:extLst>
      <p:ext uri="{BB962C8B-B14F-4D97-AF65-F5344CB8AC3E}">
        <p14:creationId xmlns:p14="http://schemas.microsoft.com/office/powerpoint/2010/main" val="2402541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pic>
        <p:nvPicPr>
          <p:cNvPr id="11" name="Kuva 10" descr="Kuva, joka sisältää kohteen makeinen, ruoka, henkilö, Ihmisen kasvot&#10;&#10;Tekoälyn generoima sisältö voi olla virheellistä.">
            <a:extLst>
              <a:ext uri="{FF2B5EF4-FFF2-40B4-BE49-F238E27FC236}">
                <a16:creationId xmlns:a16="http://schemas.microsoft.com/office/drawing/2014/main" id="{CF097464-E2EA-B554-748A-FA17BA6D905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Suorakulmio 3">
            <a:extLst>
              <a:ext uri="{FF2B5EF4-FFF2-40B4-BE49-F238E27FC236}">
                <a16:creationId xmlns:a16="http://schemas.microsoft.com/office/drawing/2014/main" id="{8CE59120-6B7A-0AE6-9EE5-F583B4E50E0F}"/>
              </a:ext>
            </a:extLst>
          </p:cNvPr>
          <p:cNvSpPr/>
          <p:nvPr userDrawn="1"/>
        </p:nvSpPr>
        <p:spPr>
          <a:xfrm>
            <a:off x="0" y="291402"/>
            <a:ext cx="12192000" cy="6566598"/>
          </a:xfrm>
          <a:prstGeom prst="rect">
            <a:avLst/>
          </a:prstGeom>
          <a:gradFill>
            <a:gsLst>
              <a:gs pos="0">
                <a:schemeClr val="tx1">
                  <a:alpha val="0"/>
                </a:schemeClr>
              </a:gs>
              <a:gs pos="100000">
                <a:schemeClr val="tx2">
                  <a:alpha val="34000"/>
                </a:schemeClr>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914400" y="2130426"/>
            <a:ext cx="10363200" cy="1470025"/>
          </a:xfrm>
        </p:spPr>
        <p:txBody>
          <a:bodyPr anchor="b" anchorCtr="0"/>
          <a:lstStyle>
            <a:lvl1pPr algn="ctr">
              <a:defRPr b="0">
                <a:solidFill>
                  <a:schemeClr val="bg1"/>
                </a:solidFill>
              </a:defRPr>
            </a:lvl1pPr>
          </a:lstStyle>
          <a:p>
            <a:r>
              <a:rPr lang="en-US"/>
              <a:t>CLICK TO ADD HEADLINE</a:t>
            </a:r>
          </a:p>
        </p:txBody>
      </p:sp>
      <p:sp>
        <p:nvSpPr>
          <p:cNvPr id="3" name="Subtitle 2"/>
          <p:cNvSpPr>
            <a:spLocks noGrp="1"/>
          </p:cNvSpPr>
          <p:nvPr>
            <p:ph type="subTitle" idx="1" hasCustomPrompt="1"/>
          </p:nvPr>
        </p:nvSpPr>
        <p:spPr>
          <a:xfrm>
            <a:off x="1828800" y="3886200"/>
            <a:ext cx="8534400" cy="175260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subtitle</a:t>
            </a:r>
          </a:p>
        </p:txBody>
      </p:sp>
      <p:pic>
        <p:nvPicPr>
          <p:cNvPr id="5" name="Kuva 4">
            <a:extLst>
              <a:ext uri="{FF2B5EF4-FFF2-40B4-BE49-F238E27FC236}">
                <a16:creationId xmlns:a16="http://schemas.microsoft.com/office/drawing/2014/main" id="{57140CB2-1530-4718-F659-5C520593097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spTree>
    <p:extLst>
      <p:ext uri="{BB962C8B-B14F-4D97-AF65-F5344CB8AC3E}">
        <p14:creationId xmlns:p14="http://schemas.microsoft.com/office/powerpoint/2010/main" val="18900803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add headline</a:t>
            </a:r>
          </a:p>
        </p:txBody>
      </p:sp>
      <p:sp>
        <p:nvSpPr>
          <p:cNvPr id="3" name="Content Placeholder 2"/>
          <p:cNvSpPr>
            <a:spLocks noGrp="1"/>
          </p:cNvSpPr>
          <p:nvPr>
            <p:ph idx="1" hasCustomPrompt="1"/>
          </p:nvPr>
        </p:nvSpPr>
        <p:spPr/>
        <p:txBody>
          <a:bodyPr/>
          <a:lstStyle>
            <a:lvl1pPr marL="0" indent="0">
              <a:spcBef>
                <a:spcPts val="0"/>
              </a:spcBef>
              <a:spcAft>
                <a:spcPts val="600"/>
              </a:spcAft>
              <a:buNone/>
              <a:defRPr sz="1800"/>
            </a:lvl1pPr>
            <a:lvl2pPr marL="457200" indent="0">
              <a:spcBef>
                <a:spcPts val="0"/>
              </a:spcBef>
              <a:spcAft>
                <a:spcPts val="600"/>
              </a:spcAft>
              <a:buNone/>
              <a:defRPr sz="1700"/>
            </a:lvl2pPr>
            <a:lvl3pPr marL="914400" indent="0">
              <a:spcBef>
                <a:spcPts val="0"/>
              </a:spcBef>
              <a:spcAft>
                <a:spcPts val="600"/>
              </a:spcAft>
              <a:buNone/>
              <a:defRPr sz="1600"/>
            </a:lvl3pPr>
            <a:lvl4pPr marL="1371600" indent="0">
              <a:spcBef>
                <a:spcPts val="0"/>
              </a:spcBef>
              <a:spcAft>
                <a:spcPts val="600"/>
              </a:spcAft>
              <a:buNone/>
              <a:defRPr sz="1500"/>
            </a:lvl4pPr>
            <a:lvl5pPr marL="1828800" indent="0">
              <a:spcBef>
                <a:spcPts val="0"/>
              </a:spcBef>
              <a:spcAft>
                <a:spcPts val="600"/>
              </a:spcAft>
              <a:buNone/>
              <a:defRPr sz="14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pic>
        <p:nvPicPr>
          <p:cNvPr id="7" name="Kuva 6">
            <a:extLst>
              <a:ext uri="{FF2B5EF4-FFF2-40B4-BE49-F238E27FC236}">
                <a16:creationId xmlns:a16="http://schemas.microsoft.com/office/drawing/2014/main" id="{D0F74125-2BB0-7370-96AE-EC4CDC47C77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31733" y="6052858"/>
            <a:ext cx="1563287" cy="726057"/>
          </a:xfrm>
          <a:prstGeom prst="rect">
            <a:avLst/>
          </a:prstGeom>
        </p:spPr>
      </p:pic>
      <p:sp>
        <p:nvSpPr>
          <p:cNvPr id="8" name="Dian numeron paikkamerkki 7">
            <a:extLst>
              <a:ext uri="{FF2B5EF4-FFF2-40B4-BE49-F238E27FC236}">
                <a16:creationId xmlns:a16="http://schemas.microsoft.com/office/drawing/2014/main" id="{A6E3459F-8F53-CFD7-E33D-F277D939D087}"/>
              </a:ext>
            </a:extLst>
          </p:cNvPr>
          <p:cNvSpPr>
            <a:spLocks noGrp="1"/>
          </p:cNvSpPr>
          <p:nvPr>
            <p:ph type="sldNum" sz="quarter" idx="10"/>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6298036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8"/>
            <a:ext cx="5943600" cy="1143000"/>
          </a:xfrm>
        </p:spPr>
        <p:txBody>
          <a:bodyPr/>
          <a:lstStyle/>
          <a:p>
            <a:r>
              <a:rPr lang="en-US"/>
              <a:t>Click to add headline</a:t>
            </a:r>
          </a:p>
        </p:txBody>
      </p:sp>
      <p:sp>
        <p:nvSpPr>
          <p:cNvPr id="3" name="Content Placeholder 2"/>
          <p:cNvSpPr>
            <a:spLocks noGrp="1"/>
          </p:cNvSpPr>
          <p:nvPr>
            <p:ph idx="1" hasCustomPrompt="1"/>
          </p:nvPr>
        </p:nvSpPr>
        <p:spPr>
          <a:xfrm>
            <a:off x="609600" y="1600202"/>
            <a:ext cx="5943600" cy="4204854"/>
          </a:xfrm>
        </p:spPr>
        <p:txBody>
          <a:bodyPr/>
          <a:lstStyle>
            <a:lvl1pPr marL="0" indent="0">
              <a:buNone/>
              <a:defRPr sz="1800"/>
            </a:lvl1pPr>
            <a:lvl2pPr marL="457200" indent="0">
              <a:buNone/>
              <a:defRPr sz="1700"/>
            </a:lvl2pPr>
            <a:lvl3pPr marL="914400" indent="0">
              <a:buNone/>
              <a:defRPr sz="1600"/>
            </a:lvl3pPr>
            <a:lvl4pPr marL="1371600" indent="0">
              <a:buNone/>
              <a:defRPr sz="1500"/>
            </a:lvl4pPr>
            <a:lvl5pPr marL="1828800" indent="0">
              <a:buNone/>
              <a:defRPr sz="14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8" name="Kuvan paikkamerkki 2">
            <a:extLst>
              <a:ext uri="{FF2B5EF4-FFF2-40B4-BE49-F238E27FC236}">
                <a16:creationId xmlns:a16="http://schemas.microsoft.com/office/drawing/2014/main" id="{1F9E8AE6-8AC0-CD4A-3793-F0FB74A0A1AE}"/>
              </a:ext>
            </a:extLst>
          </p:cNvPr>
          <p:cNvSpPr>
            <a:spLocks noGrp="1"/>
          </p:cNvSpPr>
          <p:nvPr>
            <p:ph type="pic" idx="18"/>
          </p:nvPr>
        </p:nvSpPr>
        <p:spPr>
          <a:xfrm>
            <a:off x="6946233" y="274638"/>
            <a:ext cx="4957966" cy="6308291"/>
          </a:xfrm>
          <a:prstGeom prst="roundRect">
            <a:avLst>
              <a:gd name="adj" fmla="val 0"/>
            </a:avLst>
          </a:prstGeom>
          <a:solidFill>
            <a:schemeClr val="bg1">
              <a:lumMod val="85000"/>
            </a:schemeClr>
          </a:solidFill>
        </p:spPr>
        <p:txBody>
          <a:bodyPr anchor="ctr" anchorCtr="0">
            <a:normAutofit/>
          </a:bodyPr>
          <a:lstStyle>
            <a:lvl1pPr marL="0" indent="0" algn="ctr">
              <a:buNone/>
              <a:defRPr sz="1500" b="0" i="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the icon to insert a picture
</a:t>
            </a:r>
            <a:endParaRPr lang="fi-FI"/>
          </a:p>
        </p:txBody>
      </p:sp>
      <p:sp>
        <p:nvSpPr>
          <p:cNvPr id="7" name="Dian numeron paikkamerkki 6">
            <a:extLst>
              <a:ext uri="{FF2B5EF4-FFF2-40B4-BE49-F238E27FC236}">
                <a16:creationId xmlns:a16="http://schemas.microsoft.com/office/drawing/2014/main" id="{59D6967D-0632-66B2-0853-AC0A67008C93}"/>
              </a:ext>
            </a:extLst>
          </p:cNvPr>
          <p:cNvSpPr>
            <a:spLocks noGrp="1"/>
          </p:cNvSpPr>
          <p:nvPr>
            <p:ph type="sldNum" sz="quarter" idx="19"/>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2486110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pic>
        <p:nvPicPr>
          <p:cNvPr id="14" name="Kuva 13" descr="Kuva, joka sisältää kohteen taivas, Ihmisen kasvot, vaate, henkilö&#10;&#10;Tekoälyn generoima sisältö voi olla virheellistä.">
            <a:extLst>
              <a:ext uri="{FF2B5EF4-FFF2-40B4-BE49-F238E27FC236}">
                <a16:creationId xmlns:a16="http://schemas.microsoft.com/office/drawing/2014/main" id="{C98E807C-F935-4232-06E9-F3A9DD82F58C}"/>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12" name="Kuva 11">
            <a:extLst>
              <a:ext uri="{FF2B5EF4-FFF2-40B4-BE49-F238E27FC236}">
                <a16:creationId xmlns:a16="http://schemas.microsoft.com/office/drawing/2014/main" id="{99348B96-1014-556E-760B-FAA66DEA03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sp>
        <p:nvSpPr>
          <p:cNvPr id="3" name="Content Placeholder 2">
            <a:extLst>
              <a:ext uri="{FF2B5EF4-FFF2-40B4-BE49-F238E27FC236}">
                <a16:creationId xmlns:a16="http://schemas.microsoft.com/office/drawing/2014/main" id="{43AD24E4-D686-D9D7-857D-D1FE1A661547}"/>
              </a:ext>
            </a:extLst>
          </p:cNvPr>
          <p:cNvSpPr>
            <a:spLocks noGrp="1"/>
          </p:cNvSpPr>
          <p:nvPr>
            <p:ph idx="13" hasCustomPrompt="1"/>
          </p:nvPr>
        </p:nvSpPr>
        <p:spPr>
          <a:xfrm>
            <a:off x="609600" y="2719346"/>
            <a:ext cx="5943600" cy="3412446"/>
          </a:xfrm>
        </p:spPr>
        <p:txBody>
          <a:bodyPr>
            <a:normAutofit/>
          </a:bodyPr>
          <a:lstStyle>
            <a:lvl1pPr marL="0" indent="0">
              <a:spcBef>
                <a:spcPts val="0"/>
              </a:spcBef>
              <a:spcAft>
                <a:spcPts val="600"/>
              </a:spcAft>
              <a:buNone/>
              <a:defRPr sz="18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fi-FI" err="1"/>
              <a:t>Click</a:t>
            </a:r>
            <a:r>
              <a:rPr lang="fi-FI"/>
              <a:t> to </a:t>
            </a:r>
            <a:r>
              <a:rPr lang="fi-FI" err="1"/>
              <a:t>add</a:t>
            </a:r>
            <a:r>
              <a:rPr lang="fi-FI"/>
              <a:t> </a:t>
            </a:r>
            <a:r>
              <a:rPr lang="fi-FI" err="1"/>
              <a:t>text</a:t>
            </a:r>
            <a:endParaRPr lang="fi-FI"/>
          </a:p>
        </p:txBody>
      </p:sp>
      <p:sp>
        <p:nvSpPr>
          <p:cNvPr id="8" name="Title 1">
            <a:extLst>
              <a:ext uri="{FF2B5EF4-FFF2-40B4-BE49-F238E27FC236}">
                <a16:creationId xmlns:a16="http://schemas.microsoft.com/office/drawing/2014/main" id="{F3F34DE8-754D-E663-B7F3-4AB3887687FE}"/>
              </a:ext>
            </a:extLst>
          </p:cNvPr>
          <p:cNvSpPr>
            <a:spLocks noGrp="1"/>
          </p:cNvSpPr>
          <p:nvPr>
            <p:ph type="title" hasCustomPrompt="1"/>
          </p:nvPr>
        </p:nvSpPr>
        <p:spPr>
          <a:xfrm>
            <a:off x="609600" y="601921"/>
            <a:ext cx="5943600" cy="1492282"/>
          </a:xfrm>
        </p:spPr>
        <p:txBody>
          <a:bodyPr>
            <a:noAutofit/>
          </a:bodyPr>
          <a:lstStyle>
            <a:lvl1pPr>
              <a:defRPr sz="6000">
                <a:solidFill>
                  <a:schemeClr val="bg1"/>
                </a:solidFill>
              </a:defRPr>
            </a:lvl1pPr>
          </a:lstStyle>
          <a:p>
            <a:r>
              <a:rPr lang="en-US"/>
              <a:t>Click to add headline</a:t>
            </a:r>
          </a:p>
        </p:txBody>
      </p:sp>
      <p:sp>
        <p:nvSpPr>
          <p:cNvPr id="2" name="Dian numeron paikkamerkki 1">
            <a:extLst>
              <a:ext uri="{FF2B5EF4-FFF2-40B4-BE49-F238E27FC236}">
                <a16:creationId xmlns:a16="http://schemas.microsoft.com/office/drawing/2014/main" id="{D857AA17-E9B5-270E-3BA4-14949E16BB3E}"/>
              </a:ext>
            </a:extLst>
          </p:cNvPr>
          <p:cNvSpPr>
            <a:spLocks noGrp="1"/>
          </p:cNvSpPr>
          <p:nvPr>
            <p:ph type="sldNum" sz="quarter" idx="14"/>
          </p:nvPr>
        </p:nvSpPr>
        <p:spPr/>
        <p:txBody>
          <a:bodyPr/>
          <a:lstStyle>
            <a:lvl1pPr>
              <a:defRPr>
                <a:solidFill>
                  <a:schemeClr val="bg1"/>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41105197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4" name="Kuva 3" descr="Kuva, joka sisältää kohteen henkilö, pallo, urheilupeli, urheilu&#10;&#10;Tekoälyn generoima sisältö voi olla virheellistä.">
            <a:extLst>
              <a:ext uri="{FF2B5EF4-FFF2-40B4-BE49-F238E27FC236}">
                <a16:creationId xmlns:a16="http://schemas.microsoft.com/office/drawing/2014/main" id="{52844328-8AC3-BECF-60D7-FDB2352638A3}"/>
              </a:ext>
            </a:extLst>
          </p:cNvPr>
          <p:cNvPicPr>
            <a:picLocks noChangeAspect="1"/>
          </p:cNvPicPr>
          <p:nvPr userDrawn="1"/>
        </p:nvPicPr>
        <p:blipFill>
          <a:blip r:embed="rId2"/>
          <a:srcRect l="6576" r="14723"/>
          <a:stretch/>
        </p:blipFill>
        <p:spPr>
          <a:xfrm>
            <a:off x="0" y="0"/>
            <a:ext cx="12192000" cy="6858000"/>
          </a:xfrm>
          <a:prstGeom prst="rect">
            <a:avLst/>
          </a:prstGeom>
        </p:spPr>
      </p:pic>
      <p:pic>
        <p:nvPicPr>
          <p:cNvPr id="12" name="Kuva 11">
            <a:extLst>
              <a:ext uri="{FF2B5EF4-FFF2-40B4-BE49-F238E27FC236}">
                <a16:creationId xmlns:a16="http://schemas.microsoft.com/office/drawing/2014/main" id="{99348B96-1014-556E-760B-FAA66DEA03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sp>
        <p:nvSpPr>
          <p:cNvPr id="10" name="Title 1">
            <a:extLst>
              <a:ext uri="{FF2B5EF4-FFF2-40B4-BE49-F238E27FC236}">
                <a16:creationId xmlns:a16="http://schemas.microsoft.com/office/drawing/2014/main" id="{92487FB3-A829-FD36-F9F1-90F8B7D3C956}"/>
              </a:ext>
            </a:extLst>
          </p:cNvPr>
          <p:cNvSpPr>
            <a:spLocks noGrp="1"/>
          </p:cNvSpPr>
          <p:nvPr>
            <p:ph type="title" hasCustomPrompt="1"/>
          </p:nvPr>
        </p:nvSpPr>
        <p:spPr>
          <a:xfrm>
            <a:off x="609600" y="601921"/>
            <a:ext cx="5486400" cy="1492282"/>
          </a:xfrm>
        </p:spPr>
        <p:txBody>
          <a:bodyPr>
            <a:noAutofit/>
          </a:bodyPr>
          <a:lstStyle>
            <a:lvl1pPr>
              <a:defRPr sz="6000">
                <a:solidFill>
                  <a:schemeClr val="bg1"/>
                </a:solidFill>
              </a:defRPr>
            </a:lvl1pPr>
          </a:lstStyle>
          <a:p>
            <a:r>
              <a:rPr lang="en-US"/>
              <a:t>Click to add headline</a:t>
            </a:r>
          </a:p>
        </p:txBody>
      </p:sp>
      <p:sp>
        <p:nvSpPr>
          <p:cNvPr id="13" name="Content Placeholder 2">
            <a:extLst>
              <a:ext uri="{FF2B5EF4-FFF2-40B4-BE49-F238E27FC236}">
                <a16:creationId xmlns:a16="http://schemas.microsoft.com/office/drawing/2014/main" id="{0A6658DB-0E52-8496-6FB2-A1DCC58CE197}"/>
              </a:ext>
            </a:extLst>
          </p:cNvPr>
          <p:cNvSpPr>
            <a:spLocks noGrp="1"/>
          </p:cNvSpPr>
          <p:nvPr>
            <p:ph idx="13" hasCustomPrompt="1"/>
          </p:nvPr>
        </p:nvSpPr>
        <p:spPr>
          <a:xfrm>
            <a:off x="609600" y="2578277"/>
            <a:ext cx="5486400" cy="532737"/>
          </a:xfrm>
        </p:spPr>
        <p:txBody>
          <a:bodyPr anchor="b" anchorCtr="0">
            <a:normAutofit/>
          </a:bodyPr>
          <a:lstStyle>
            <a:lvl1pPr marL="0" indent="0">
              <a:buNone/>
              <a:defRPr sz="2500" b="1">
                <a:solidFill>
                  <a:schemeClr val="bg1"/>
                </a:solidFill>
              </a:defRPr>
            </a:lvl1pPr>
            <a:lvl2pPr marL="457200" indent="0">
              <a:buNone/>
              <a:defRPr sz="2500">
                <a:solidFill>
                  <a:schemeClr val="bg1"/>
                </a:solidFill>
              </a:defRPr>
            </a:lvl2pPr>
            <a:lvl3pPr marL="914400" indent="0">
              <a:buNone/>
              <a:defRPr sz="2500">
                <a:solidFill>
                  <a:schemeClr val="bg1"/>
                </a:solidFill>
              </a:defRPr>
            </a:lvl3pPr>
            <a:lvl4pPr marL="1371600" indent="0">
              <a:buNone/>
              <a:defRPr sz="2500">
                <a:solidFill>
                  <a:schemeClr val="bg1"/>
                </a:solidFill>
              </a:defRPr>
            </a:lvl4pPr>
            <a:lvl5pPr marL="1828800" indent="0">
              <a:buNone/>
              <a:defRPr sz="2500">
                <a:solidFill>
                  <a:schemeClr val="bg1"/>
                </a:solidFill>
              </a:defRPr>
            </a:lvl5pPr>
          </a:lstStyle>
          <a:p>
            <a:pPr lvl="0"/>
            <a:r>
              <a:rPr lang="en-US"/>
              <a:t>Add success story</a:t>
            </a:r>
          </a:p>
        </p:txBody>
      </p:sp>
      <p:sp>
        <p:nvSpPr>
          <p:cNvPr id="3" name="Tekstin paikkamerkki 2">
            <a:extLst>
              <a:ext uri="{FF2B5EF4-FFF2-40B4-BE49-F238E27FC236}">
                <a16:creationId xmlns:a16="http://schemas.microsoft.com/office/drawing/2014/main" id="{4F4794FF-09FD-31CD-CFE0-27C30C5DA0F2}"/>
              </a:ext>
            </a:extLst>
          </p:cNvPr>
          <p:cNvSpPr>
            <a:spLocks noGrp="1"/>
          </p:cNvSpPr>
          <p:nvPr>
            <p:ph type="body" sz="quarter" idx="14" hasCustomPrompt="1"/>
          </p:nvPr>
        </p:nvSpPr>
        <p:spPr>
          <a:xfrm>
            <a:off x="609600" y="3153930"/>
            <a:ext cx="5486400" cy="443763"/>
          </a:xfrm>
        </p:spPr>
        <p:txBody>
          <a:bodyPr>
            <a:noAutofit/>
          </a:bodyPr>
          <a:lstStyle>
            <a:lvl1pPr marL="0" indent="0">
              <a:buNone/>
              <a:defRPr sz="1800">
                <a:solidFill>
                  <a:schemeClr val="bg1"/>
                </a:solidFill>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fi-FI" err="1"/>
              <a:t>Click</a:t>
            </a:r>
            <a:r>
              <a:rPr lang="fi-FI"/>
              <a:t> to </a:t>
            </a:r>
            <a:r>
              <a:rPr lang="fi-FI" err="1"/>
              <a:t>add</a:t>
            </a:r>
            <a:r>
              <a:rPr lang="fi-FI"/>
              <a:t> </a:t>
            </a:r>
            <a:r>
              <a:rPr lang="fi-FI" err="1"/>
              <a:t>text</a:t>
            </a:r>
            <a:endParaRPr lang="fi-FI"/>
          </a:p>
        </p:txBody>
      </p:sp>
      <p:sp>
        <p:nvSpPr>
          <p:cNvPr id="15" name="Content Placeholder 2">
            <a:extLst>
              <a:ext uri="{FF2B5EF4-FFF2-40B4-BE49-F238E27FC236}">
                <a16:creationId xmlns:a16="http://schemas.microsoft.com/office/drawing/2014/main" id="{F8F4BE84-1BB9-6214-79EF-8CC6266AD351}"/>
              </a:ext>
            </a:extLst>
          </p:cNvPr>
          <p:cNvSpPr>
            <a:spLocks noGrp="1"/>
          </p:cNvSpPr>
          <p:nvPr>
            <p:ph idx="15" hasCustomPrompt="1"/>
          </p:nvPr>
        </p:nvSpPr>
        <p:spPr>
          <a:xfrm>
            <a:off x="609600" y="3730628"/>
            <a:ext cx="5486400" cy="532737"/>
          </a:xfrm>
        </p:spPr>
        <p:txBody>
          <a:bodyPr anchor="b" anchorCtr="0">
            <a:normAutofit/>
          </a:bodyPr>
          <a:lstStyle>
            <a:lvl1pPr marL="0" indent="0">
              <a:buNone/>
              <a:defRPr sz="2500" b="1">
                <a:solidFill>
                  <a:schemeClr val="bg1"/>
                </a:solidFill>
              </a:defRPr>
            </a:lvl1pPr>
            <a:lvl2pPr marL="457200" indent="0">
              <a:buNone/>
              <a:defRPr sz="2500">
                <a:solidFill>
                  <a:schemeClr val="bg1"/>
                </a:solidFill>
              </a:defRPr>
            </a:lvl2pPr>
            <a:lvl3pPr marL="914400" indent="0">
              <a:buNone/>
              <a:defRPr sz="2500">
                <a:solidFill>
                  <a:schemeClr val="bg1"/>
                </a:solidFill>
              </a:defRPr>
            </a:lvl3pPr>
            <a:lvl4pPr marL="1371600" indent="0">
              <a:buNone/>
              <a:defRPr sz="2500">
                <a:solidFill>
                  <a:schemeClr val="bg1"/>
                </a:solidFill>
              </a:defRPr>
            </a:lvl4pPr>
            <a:lvl5pPr marL="1828800" indent="0">
              <a:buNone/>
              <a:defRPr sz="2500">
                <a:solidFill>
                  <a:schemeClr val="bg1"/>
                </a:solidFill>
              </a:defRPr>
            </a:lvl5pPr>
          </a:lstStyle>
          <a:p>
            <a:pPr lvl="0"/>
            <a:r>
              <a:rPr lang="en-US"/>
              <a:t>Add success story</a:t>
            </a:r>
          </a:p>
        </p:txBody>
      </p:sp>
      <p:sp>
        <p:nvSpPr>
          <p:cNvPr id="16" name="Tekstin paikkamerkki 2">
            <a:extLst>
              <a:ext uri="{FF2B5EF4-FFF2-40B4-BE49-F238E27FC236}">
                <a16:creationId xmlns:a16="http://schemas.microsoft.com/office/drawing/2014/main" id="{14584539-7F1B-F953-1DFC-A21C0FF35D69}"/>
              </a:ext>
            </a:extLst>
          </p:cNvPr>
          <p:cNvSpPr>
            <a:spLocks noGrp="1"/>
          </p:cNvSpPr>
          <p:nvPr>
            <p:ph type="body" sz="quarter" idx="16" hasCustomPrompt="1"/>
          </p:nvPr>
        </p:nvSpPr>
        <p:spPr>
          <a:xfrm>
            <a:off x="609600" y="4306281"/>
            <a:ext cx="5486400" cy="443763"/>
          </a:xfrm>
        </p:spPr>
        <p:txBody>
          <a:bodyPr>
            <a:noAutofit/>
          </a:bodyPr>
          <a:lstStyle>
            <a:lvl1pPr marL="0" indent="0">
              <a:buNone/>
              <a:defRPr sz="1800">
                <a:solidFill>
                  <a:schemeClr val="bg1"/>
                </a:solidFill>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fi-FI" err="1"/>
              <a:t>Click</a:t>
            </a:r>
            <a:r>
              <a:rPr lang="fi-FI"/>
              <a:t> to </a:t>
            </a:r>
            <a:r>
              <a:rPr lang="fi-FI" err="1"/>
              <a:t>add</a:t>
            </a:r>
            <a:r>
              <a:rPr lang="fi-FI"/>
              <a:t> </a:t>
            </a:r>
            <a:r>
              <a:rPr lang="fi-FI" err="1"/>
              <a:t>text</a:t>
            </a:r>
            <a:endParaRPr lang="fi-FI"/>
          </a:p>
        </p:txBody>
      </p:sp>
      <p:sp>
        <p:nvSpPr>
          <p:cNvPr id="17" name="Content Placeholder 2">
            <a:extLst>
              <a:ext uri="{FF2B5EF4-FFF2-40B4-BE49-F238E27FC236}">
                <a16:creationId xmlns:a16="http://schemas.microsoft.com/office/drawing/2014/main" id="{77B5EFB7-3BDC-9464-4B77-4141A142DDEA}"/>
              </a:ext>
            </a:extLst>
          </p:cNvPr>
          <p:cNvSpPr>
            <a:spLocks noGrp="1"/>
          </p:cNvSpPr>
          <p:nvPr>
            <p:ph idx="17" hasCustomPrompt="1"/>
          </p:nvPr>
        </p:nvSpPr>
        <p:spPr>
          <a:xfrm>
            <a:off x="609600" y="4893556"/>
            <a:ext cx="5486400" cy="532737"/>
          </a:xfrm>
        </p:spPr>
        <p:txBody>
          <a:bodyPr anchor="b" anchorCtr="0">
            <a:normAutofit/>
          </a:bodyPr>
          <a:lstStyle>
            <a:lvl1pPr marL="0" indent="0">
              <a:buNone/>
              <a:defRPr sz="2500" b="1">
                <a:solidFill>
                  <a:schemeClr val="bg1"/>
                </a:solidFill>
              </a:defRPr>
            </a:lvl1pPr>
            <a:lvl2pPr marL="457200" indent="0">
              <a:buNone/>
              <a:defRPr sz="2500">
                <a:solidFill>
                  <a:schemeClr val="bg1"/>
                </a:solidFill>
              </a:defRPr>
            </a:lvl2pPr>
            <a:lvl3pPr marL="914400" indent="0">
              <a:buNone/>
              <a:defRPr sz="2500">
                <a:solidFill>
                  <a:schemeClr val="bg1"/>
                </a:solidFill>
              </a:defRPr>
            </a:lvl3pPr>
            <a:lvl4pPr marL="1371600" indent="0">
              <a:buNone/>
              <a:defRPr sz="2500">
                <a:solidFill>
                  <a:schemeClr val="bg1"/>
                </a:solidFill>
              </a:defRPr>
            </a:lvl4pPr>
            <a:lvl5pPr marL="1828800" indent="0">
              <a:buNone/>
              <a:defRPr sz="2500">
                <a:solidFill>
                  <a:schemeClr val="bg1"/>
                </a:solidFill>
              </a:defRPr>
            </a:lvl5pPr>
          </a:lstStyle>
          <a:p>
            <a:pPr lvl="0"/>
            <a:r>
              <a:rPr lang="en-US"/>
              <a:t>Add success story</a:t>
            </a:r>
          </a:p>
        </p:txBody>
      </p:sp>
      <p:sp>
        <p:nvSpPr>
          <p:cNvPr id="18" name="Tekstin paikkamerkki 2">
            <a:extLst>
              <a:ext uri="{FF2B5EF4-FFF2-40B4-BE49-F238E27FC236}">
                <a16:creationId xmlns:a16="http://schemas.microsoft.com/office/drawing/2014/main" id="{AAB9454A-9D6B-0B01-D8A2-681757A46B4F}"/>
              </a:ext>
            </a:extLst>
          </p:cNvPr>
          <p:cNvSpPr>
            <a:spLocks noGrp="1"/>
          </p:cNvSpPr>
          <p:nvPr>
            <p:ph type="body" sz="quarter" idx="18" hasCustomPrompt="1"/>
          </p:nvPr>
        </p:nvSpPr>
        <p:spPr>
          <a:xfrm>
            <a:off x="609600" y="5469209"/>
            <a:ext cx="5486400" cy="443763"/>
          </a:xfrm>
        </p:spPr>
        <p:txBody>
          <a:bodyPr>
            <a:noAutofit/>
          </a:bodyPr>
          <a:lstStyle>
            <a:lvl1pPr marL="0" indent="0">
              <a:buNone/>
              <a:defRPr sz="1800">
                <a:solidFill>
                  <a:schemeClr val="bg1"/>
                </a:solidFill>
              </a:defRPr>
            </a:lvl1pPr>
            <a:lvl2pPr marL="457200" indent="0">
              <a:buNone/>
              <a:defRPr sz="1800">
                <a:solidFill>
                  <a:schemeClr val="bg1"/>
                </a:solidFill>
              </a:defRPr>
            </a:lvl2pPr>
            <a:lvl3pPr marL="914400" indent="0">
              <a:buNone/>
              <a:defRPr sz="1800">
                <a:solidFill>
                  <a:schemeClr val="bg1"/>
                </a:solidFill>
              </a:defRPr>
            </a:lvl3pPr>
            <a:lvl4pPr marL="1371600" indent="0">
              <a:buNone/>
              <a:defRPr sz="1800">
                <a:solidFill>
                  <a:schemeClr val="bg1"/>
                </a:solidFill>
              </a:defRPr>
            </a:lvl4pPr>
            <a:lvl5pPr marL="1828800" indent="0">
              <a:buNone/>
              <a:defRPr sz="1800">
                <a:solidFill>
                  <a:schemeClr val="bg1"/>
                </a:solidFill>
              </a:defRPr>
            </a:lvl5pPr>
          </a:lstStyle>
          <a:p>
            <a:pPr lvl="0"/>
            <a:r>
              <a:rPr lang="fi-FI" err="1"/>
              <a:t>Click</a:t>
            </a:r>
            <a:r>
              <a:rPr lang="fi-FI"/>
              <a:t> to </a:t>
            </a:r>
            <a:r>
              <a:rPr lang="fi-FI" err="1"/>
              <a:t>add</a:t>
            </a:r>
            <a:r>
              <a:rPr lang="fi-FI"/>
              <a:t> </a:t>
            </a:r>
            <a:r>
              <a:rPr lang="fi-FI" err="1"/>
              <a:t>text</a:t>
            </a:r>
            <a:endParaRPr lang="fi-FI"/>
          </a:p>
        </p:txBody>
      </p:sp>
      <p:sp>
        <p:nvSpPr>
          <p:cNvPr id="2" name="Dian numeron paikkamerkki 1">
            <a:extLst>
              <a:ext uri="{FF2B5EF4-FFF2-40B4-BE49-F238E27FC236}">
                <a16:creationId xmlns:a16="http://schemas.microsoft.com/office/drawing/2014/main" id="{A797068B-9D9B-A221-DC45-84D25F78F538}"/>
              </a:ext>
            </a:extLst>
          </p:cNvPr>
          <p:cNvSpPr>
            <a:spLocks noGrp="1"/>
          </p:cNvSpPr>
          <p:nvPr>
            <p:ph type="sldNum" sz="quarter" idx="19"/>
          </p:nvPr>
        </p:nvSpPr>
        <p:spPr/>
        <p:txBody>
          <a:bodyPr/>
          <a:lstStyle>
            <a:lvl1pPr>
              <a:defRPr>
                <a:solidFill>
                  <a:schemeClr val="bg1"/>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1758458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pic>
        <p:nvPicPr>
          <p:cNvPr id="3" name="Kuva 2" descr="Kuva, joka sisältää kohteen Ihmisen kasvot, vaate, taivas, henkilö&#10;&#10;Tekoälyn generoima sisältö voi olla virheellistä.">
            <a:extLst>
              <a:ext uri="{FF2B5EF4-FFF2-40B4-BE49-F238E27FC236}">
                <a16:creationId xmlns:a16="http://schemas.microsoft.com/office/drawing/2014/main" id="{D42C20BA-A05C-57E5-78AA-BD3E067715F5}"/>
              </a:ext>
            </a:extLst>
          </p:cNvPr>
          <p:cNvPicPr>
            <a:picLocks noChangeAspect="1"/>
          </p:cNvPicPr>
          <p:nvPr userDrawn="1"/>
        </p:nvPicPr>
        <p:blipFill>
          <a:blip r:embed="rId2"/>
          <a:srcRect l="13482" r="13482"/>
          <a:stretch/>
        </p:blipFill>
        <p:spPr>
          <a:xfrm>
            <a:off x="0" y="-1"/>
            <a:ext cx="12192000" cy="6857999"/>
          </a:xfrm>
          <a:prstGeom prst="rect">
            <a:avLst/>
          </a:prstGeom>
        </p:spPr>
      </p:pic>
      <p:pic>
        <p:nvPicPr>
          <p:cNvPr id="12" name="Kuva 11">
            <a:extLst>
              <a:ext uri="{FF2B5EF4-FFF2-40B4-BE49-F238E27FC236}">
                <a16:creationId xmlns:a16="http://schemas.microsoft.com/office/drawing/2014/main" id="{99348B96-1014-556E-760B-FAA66DEA03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sp>
        <p:nvSpPr>
          <p:cNvPr id="18" name="Content Placeholder 2">
            <a:extLst>
              <a:ext uri="{FF2B5EF4-FFF2-40B4-BE49-F238E27FC236}">
                <a16:creationId xmlns:a16="http://schemas.microsoft.com/office/drawing/2014/main" id="{B5514FBD-8FC6-890E-7C18-D70D8EA9564E}"/>
              </a:ext>
            </a:extLst>
          </p:cNvPr>
          <p:cNvSpPr>
            <a:spLocks noGrp="1"/>
          </p:cNvSpPr>
          <p:nvPr>
            <p:ph idx="13" hasCustomPrompt="1"/>
          </p:nvPr>
        </p:nvSpPr>
        <p:spPr>
          <a:xfrm>
            <a:off x="609600" y="2719346"/>
            <a:ext cx="5943600" cy="3412446"/>
          </a:xfrm>
        </p:spPr>
        <p:txBody>
          <a:bodyPr>
            <a:normAutofit/>
          </a:bodyPr>
          <a:lstStyle>
            <a:lvl1pPr marL="0" indent="0">
              <a:spcBef>
                <a:spcPts val="0"/>
              </a:spcBef>
              <a:spcAft>
                <a:spcPts val="600"/>
              </a:spcAft>
              <a:buNone/>
              <a:defRPr sz="18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fi-FI" err="1"/>
              <a:t>Click</a:t>
            </a:r>
            <a:r>
              <a:rPr lang="fi-FI"/>
              <a:t> to </a:t>
            </a:r>
            <a:r>
              <a:rPr lang="fi-FI" err="1"/>
              <a:t>add</a:t>
            </a:r>
            <a:r>
              <a:rPr lang="fi-FI"/>
              <a:t> </a:t>
            </a:r>
            <a:r>
              <a:rPr lang="fi-FI" err="1"/>
              <a:t>text</a:t>
            </a:r>
            <a:endParaRPr lang="fi-FI"/>
          </a:p>
        </p:txBody>
      </p:sp>
      <p:sp>
        <p:nvSpPr>
          <p:cNvPr id="19" name="Title 1">
            <a:extLst>
              <a:ext uri="{FF2B5EF4-FFF2-40B4-BE49-F238E27FC236}">
                <a16:creationId xmlns:a16="http://schemas.microsoft.com/office/drawing/2014/main" id="{A988BEC1-CA45-492F-90EB-49EAA7C5C50C}"/>
              </a:ext>
            </a:extLst>
          </p:cNvPr>
          <p:cNvSpPr>
            <a:spLocks noGrp="1"/>
          </p:cNvSpPr>
          <p:nvPr>
            <p:ph type="title" hasCustomPrompt="1"/>
          </p:nvPr>
        </p:nvSpPr>
        <p:spPr>
          <a:xfrm>
            <a:off x="609600" y="601921"/>
            <a:ext cx="5943600" cy="1492282"/>
          </a:xfrm>
        </p:spPr>
        <p:txBody>
          <a:bodyPr>
            <a:noAutofit/>
          </a:bodyPr>
          <a:lstStyle>
            <a:lvl1pPr>
              <a:defRPr sz="6000">
                <a:solidFill>
                  <a:schemeClr val="bg1"/>
                </a:solidFill>
              </a:defRPr>
            </a:lvl1pPr>
          </a:lstStyle>
          <a:p>
            <a:r>
              <a:rPr lang="en-US"/>
              <a:t>Click to add headline</a:t>
            </a:r>
          </a:p>
        </p:txBody>
      </p:sp>
      <p:sp>
        <p:nvSpPr>
          <p:cNvPr id="2" name="Dian numeron paikkamerkki 1">
            <a:extLst>
              <a:ext uri="{FF2B5EF4-FFF2-40B4-BE49-F238E27FC236}">
                <a16:creationId xmlns:a16="http://schemas.microsoft.com/office/drawing/2014/main" id="{3D98A3F2-1E33-18CE-5B39-B92DD7197936}"/>
              </a:ext>
            </a:extLst>
          </p:cNvPr>
          <p:cNvSpPr>
            <a:spLocks noGrp="1"/>
          </p:cNvSpPr>
          <p:nvPr>
            <p:ph type="sldNum" sz="quarter" idx="14"/>
          </p:nvPr>
        </p:nvSpPr>
        <p:spPr/>
        <p:txBody>
          <a:bodyPr/>
          <a:lstStyle>
            <a:lvl1pPr>
              <a:defRPr>
                <a:solidFill>
                  <a:schemeClr val="bg1"/>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034402432"/>
      </p:ext>
    </p:extLst>
  </p:cSld>
  <p:clrMapOvr>
    <a:masterClrMapping/>
  </p:clrMapOvr>
  <p:extLst>
    <p:ext uri="{DCECCB84-F9BA-43D5-87BE-67443E8EF086}">
      <p15:sldGuideLst xmlns:p15="http://schemas.microsoft.com/office/powerpoint/2012/main">
        <p15:guide id="1" orient="horz" pos="2160">
          <p15:clr>
            <a:srgbClr val="FBAE40"/>
          </p15:clr>
        </p15:guide>
        <p15:guide id="2" pos="461">
          <p15:clr>
            <a:srgbClr val="FBAE40"/>
          </p15:clr>
        </p15:guide>
        <p15:guide id="3" pos="39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pic>
        <p:nvPicPr>
          <p:cNvPr id="5" name="Kuva 4" descr="Kuva, joka sisältää kohteen Ihmisen kasvot, henkilö, vaate, taivas&#10;&#10;Tekoälyn generoima sisältö voi olla virheellistä.">
            <a:extLst>
              <a:ext uri="{FF2B5EF4-FFF2-40B4-BE49-F238E27FC236}">
                <a16:creationId xmlns:a16="http://schemas.microsoft.com/office/drawing/2014/main" id="{2B455A05-3CD4-04DF-4928-6CA04E8F1D1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12" name="Kuva 11">
            <a:extLst>
              <a:ext uri="{FF2B5EF4-FFF2-40B4-BE49-F238E27FC236}">
                <a16:creationId xmlns:a16="http://schemas.microsoft.com/office/drawing/2014/main" id="{99348B96-1014-556E-760B-FAA66DEA03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sp>
        <p:nvSpPr>
          <p:cNvPr id="2" name="Content Placeholder 2">
            <a:extLst>
              <a:ext uri="{FF2B5EF4-FFF2-40B4-BE49-F238E27FC236}">
                <a16:creationId xmlns:a16="http://schemas.microsoft.com/office/drawing/2014/main" id="{94F6527F-477D-7302-90E0-4A0F94FA3819}"/>
              </a:ext>
            </a:extLst>
          </p:cNvPr>
          <p:cNvSpPr>
            <a:spLocks noGrp="1"/>
          </p:cNvSpPr>
          <p:nvPr>
            <p:ph idx="13" hasCustomPrompt="1"/>
          </p:nvPr>
        </p:nvSpPr>
        <p:spPr>
          <a:xfrm>
            <a:off x="609600" y="2719346"/>
            <a:ext cx="5943600" cy="3412446"/>
          </a:xfrm>
        </p:spPr>
        <p:txBody>
          <a:bodyPr>
            <a:normAutofit/>
          </a:bodyPr>
          <a:lstStyle>
            <a:lvl1pPr marL="0" indent="0">
              <a:spcBef>
                <a:spcPts val="0"/>
              </a:spcBef>
              <a:spcAft>
                <a:spcPts val="600"/>
              </a:spcAft>
              <a:buNone/>
              <a:defRPr sz="18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fi-FI" err="1"/>
              <a:t>Click</a:t>
            </a:r>
            <a:r>
              <a:rPr lang="fi-FI"/>
              <a:t> to </a:t>
            </a:r>
            <a:r>
              <a:rPr lang="fi-FI" err="1"/>
              <a:t>add</a:t>
            </a:r>
            <a:r>
              <a:rPr lang="fi-FI"/>
              <a:t> </a:t>
            </a:r>
            <a:r>
              <a:rPr lang="fi-FI" err="1"/>
              <a:t>text</a:t>
            </a:r>
            <a:endParaRPr lang="fi-FI"/>
          </a:p>
        </p:txBody>
      </p:sp>
      <p:sp>
        <p:nvSpPr>
          <p:cNvPr id="3" name="Title 1">
            <a:extLst>
              <a:ext uri="{FF2B5EF4-FFF2-40B4-BE49-F238E27FC236}">
                <a16:creationId xmlns:a16="http://schemas.microsoft.com/office/drawing/2014/main" id="{CF3BA9F4-3907-4E32-C400-6C894D63EC59}"/>
              </a:ext>
            </a:extLst>
          </p:cNvPr>
          <p:cNvSpPr>
            <a:spLocks noGrp="1"/>
          </p:cNvSpPr>
          <p:nvPr>
            <p:ph type="title" hasCustomPrompt="1"/>
          </p:nvPr>
        </p:nvSpPr>
        <p:spPr>
          <a:xfrm>
            <a:off x="609600" y="601921"/>
            <a:ext cx="5943600" cy="1492282"/>
          </a:xfrm>
        </p:spPr>
        <p:txBody>
          <a:bodyPr>
            <a:noAutofit/>
          </a:bodyPr>
          <a:lstStyle>
            <a:lvl1pPr>
              <a:defRPr sz="6000">
                <a:solidFill>
                  <a:schemeClr val="bg1"/>
                </a:solidFill>
              </a:defRPr>
            </a:lvl1pPr>
          </a:lstStyle>
          <a:p>
            <a:r>
              <a:rPr lang="en-US"/>
              <a:t>Click to add headline</a:t>
            </a:r>
          </a:p>
        </p:txBody>
      </p:sp>
      <p:sp>
        <p:nvSpPr>
          <p:cNvPr id="7" name="Dian numeron paikkamerkki 6">
            <a:extLst>
              <a:ext uri="{FF2B5EF4-FFF2-40B4-BE49-F238E27FC236}">
                <a16:creationId xmlns:a16="http://schemas.microsoft.com/office/drawing/2014/main" id="{E8303C56-E38E-8CB2-BEA4-C57AC3211964}"/>
              </a:ext>
            </a:extLst>
          </p:cNvPr>
          <p:cNvSpPr>
            <a:spLocks noGrp="1"/>
          </p:cNvSpPr>
          <p:nvPr>
            <p:ph type="sldNum" sz="quarter" idx="14"/>
          </p:nvPr>
        </p:nvSpPr>
        <p:spPr/>
        <p:txBody>
          <a:bodyPr/>
          <a:lstStyle>
            <a:lvl1pPr>
              <a:defRPr>
                <a:solidFill>
                  <a:schemeClr val="bg1"/>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31898968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pic>
        <p:nvPicPr>
          <p:cNvPr id="4" name="Kuva 3" descr="Kuva, joka sisältää kohteen henkilö, pallo, urheilupeli, urheilu&#10;&#10;Tekoälyn generoima sisältö voi olla virheellistä.">
            <a:extLst>
              <a:ext uri="{FF2B5EF4-FFF2-40B4-BE49-F238E27FC236}">
                <a16:creationId xmlns:a16="http://schemas.microsoft.com/office/drawing/2014/main" id="{89156267-4041-87C5-2C7C-C2900BBBE402}"/>
              </a:ext>
            </a:extLst>
          </p:cNvPr>
          <p:cNvPicPr>
            <a:picLocks noChangeAspect="1"/>
          </p:cNvPicPr>
          <p:nvPr userDrawn="1"/>
        </p:nvPicPr>
        <p:blipFill>
          <a:blip r:embed="rId2"/>
          <a:srcRect l="6576" r="14723"/>
          <a:stretch/>
        </p:blipFill>
        <p:spPr>
          <a:xfrm>
            <a:off x="0" y="0"/>
            <a:ext cx="12192000" cy="6858000"/>
          </a:xfrm>
          <a:prstGeom prst="rect">
            <a:avLst/>
          </a:prstGeom>
        </p:spPr>
      </p:pic>
      <p:sp>
        <p:nvSpPr>
          <p:cNvPr id="9" name="Content Placeholder 2">
            <a:extLst>
              <a:ext uri="{FF2B5EF4-FFF2-40B4-BE49-F238E27FC236}">
                <a16:creationId xmlns:a16="http://schemas.microsoft.com/office/drawing/2014/main" id="{76165F8F-3F7B-7951-1C33-4AE3F85CB4E0}"/>
              </a:ext>
            </a:extLst>
          </p:cNvPr>
          <p:cNvSpPr>
            <a:spLocks noGrp="1"/>
          </p:cNvSpPr>
          <p:nvPr>
            <p:ph idx="13" hasCustomPrompt="1"/>
          </p:nvPr>
        </p:nvSpPr>
        <p:spPr>
          <a:xfrm>
            <a:off x="190500" y="1728988"/>
            <a:ext cx="6248400" cy="4938513"/>
          </a:xfrm>
          <a:prstGeom prst="roundRect">
            <a:avLst>
              <a:gd name="adj" fmla="val 4422"/>
            </a:avLst>
          </a:prstGeom>
          <a:solidFill>
            <a:schemeClr val="bg1"/>
          </a:solidFill>
        </p:spPr>
        <p:txBody>
          <a:bodyPr lIns="504000" tIns="324000" rIns="504000" bIns="324000">
            <a:normAutofit/>
          </a:bodyPr>
          <a:lstStyle>
            <a:lvl1pPr marL="0" indent="0">
              <a:spcBef>
                <a:spcPts val="0"/>
              </a:spcBef>
              <a:spcAft>
                <a:spcPts val="600"/>
              </a:spcAft>
              <a:buNone/>
              <a:defRPr sz="180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fi-FI" err="1"/>
              <a:t>Click</a:t>
            </a:r>
            <a:r>
              <a:rPr lang="fi-FI"/>
              <a:t> to </a:t>
            </a:r>
            <a:r>
              <a:rPr lang="fi-FI" err="1"/>
              <a:t>add</a:t>
            </a:r>
            <a:r>
              <a:rPr lang="fi-FI"/>
              <a:t> </a:t>
            </a:r>
            <a:r>
              <a:rPr lang="fi-FI" err="1"/>
              <a:t>text</a:t>
            </a:r>
            <a:endParaRPr lang="fi-FI"/>
          </a:p>
        </p:txBody>
      </p:sp>
      <p:sp>
        <p:nvSpPr>
          <p:cNvPr id="8" name="Tekstin paikkamerkki 5">
            <a:extLst>
              <a:ext uri="{FF2B5EF4-FFF2-40B4-BE49-F238E27FC236}">
                <a16:creationId xmlns:a16="http://schemas.microsoft.com/office/drawing/2014/main" id="{4E206367-CED0-BDAC-4F59-ABD245705627}"/>
              </a:ext>
            </a:extLst>
          </p:cNvPr>
          <p:cNvSpPr>
            <a:spLocks noGrp="1"/>
          </p:cNvSpPr>
          <p:nvPr>
            <p:ph type="body" sz="quarter" idx="20" hasCustomPrompt="1"/>
          </p:nvPr>
        </p:nvSpPr>
        <p:spPr>
          <a:xfrm>
            <a:off x="190499" y="456448"/>
            <a:ext cx="6871071" cy="1409700"/>
          </a:xfrm>
          <a:prstGeom prst="roundRect">
            <a:avLst>
              <a:gd name="adj" fmla="val 15045"/>
            </a:avLst>
          </a:prstGeom>
          <a:solidFill>
            <a:schemeClr val="accent1"/>
          </a:solidFill>
        </p:spPr>
        <p:txBody>
          <a:bodyPr lIns="432000" anchor="ctr" anchorCtr="0">
            <a:noAutofit/>
          </a:bodyPr>
          <a:lstStyle>
            <a:lvl1pPr marL="0" indent="0">
              <a:buNone/>
              <a:defRPr sz="6000" b="0">
                <a:solidFill>
                  <a:schemeClr val="bg1"/>
                </a:solidFill>
                <a:latin typeface="+mj-lt"/>
              </a:defRPr>
            </a:lvl1pPr>
            <a:lvl2pPr marL="457200" indent="0">
              <a:buNone/>
              <a:defRPr sz="6000">
                <a:solidFill>
                  <a:schemeClr val="bg1"/>
                </a:solidFill>
                <a:latin typeface="+mj-lt"/>
              </a:defRPr>
            </a:lvl2pPr>
            <a:lvl3pPr marL="914400" indent="0">
              <a:buNone/>
              <a:defRPr sz="6000">
                <a:solidFill>
                  <a:schemeClr val="bg1"/>
                </a:solidFill>
                <a:latin typeface="+mj-lt"/>
              </a:defRPr>
            </a:lvl3pPr>
            <a:lvl4pPr marL="1371600" indent="0">
              <a:buNone/>
              <a:defRPr sz="6000">
                <a:solidFill>
                  <a:schemeClr val="bg1"/>
                </a:solidFill>
                <a:latin typeface="+mj-lt"/>
              </a:defRPr>
            </a:lvl4pPr>
            <a:lvl5pPr marL="1828800" indent="0">
              <a:buNone/>
              <a:defRPr sz="6000">
                <a:solidFill>
                  <a:schemeClr val="bg1"/>
                </a:solidFill>
                <a:latin typeface="+mj-lt"/>
              </a:defRPr>
            </a:lvl5pPr>
          </a:lstStyle>
          <a:p>
            <a:pPr lvl="0"/>
            <a:r>
              <a:rPr lang="fi-FI" err="1"/>
              <a:t>Click</a:t>
            </a:r>
            <a:r>
              <a:rPr lang="fi-FI"/>
              <a:t> to </a:t>
            </a:r>
            <a:r>
              <a:rPr lang="fi-FI" err="1"/>
              <a:t>add</a:t>
            </a:r>
            <a:r>
              <a:rPr lang="fi-FI"/>
              <a:t> </a:t>
            </a:r>
            <a:r>
              <a:rPr lang="fi-FI" err="1"/>
              <a:t>text</a:t>
            </a:r>
            <a:endParaRPr lang="fi-FI"/>
          </a:p>
        </p:txBody>
      </p:sp>
      <p:pic>
        <p:nvPicPr>
          <p:cNvPr id="12" name="Kuva 11">
            <a:extLst>
              <a:ext uri="{FF2B5EF4-FFF2-40B4-BE49-F238E27FC236}">
                <a16:creationId xmlns:a16="http://schemas.microsoft.com/office/drawing/2014/main" id="{99348B96-1014-556E-760B-FAA66DEA03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sp>
        <p:nvSpPr>
          <p:cNvPr id="2" name="Dian numeron paikkamerkki 1">
            <a:extLst>
              <a:ext uri="{FF2B5EF4-FFF2-40B4-BE49-F238E27FC236}">
                <a16:creationId xmlns:a16="http://schemas.microsoft.com/office/drawing/2014/main" id="{A797068B-9D9B-A221-DC45-84D25F78F538}"/>
              </a:ext>
            </a:extLst>
          </p:cNvPr>
          <p:cNvSpPr>
            <a:spLocks noGrp="1"/>
          </p:cNvSpPr>
          <p:nvPr>
            <p:ph type="sldNum" sz="quarter" idx="19"/>
          </p:nvPr>
        </p:nvSpPr>
        <p:spPr/>
        <p:txBody>
          <a:bodyPr/>
          <a:lstStyle>
            <a:lvl1pPr>
              <a:defRPr>
                <a:solidFill>
                  <a:schemeClr val="tx1"/>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7634740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pic>
        <p:nvPicPr>
          <p:cNvPr id="7" name="Kuva 6" descr="Kuva, joka sisältää kohteen Ihmisen kasvot, vaate, taivas, henkilö&#10;&#10;Tekoälyn generoima sisältö voi olla virheellistä.">
            <a:extLst>
              <a:ext uri="{FF2B5EF4-FFF2-40B4-BE49-F238E27FC236}">
                <a16:creationId xmlns:a16="http://schemas.microsoft.com/office/drawing/2014/main" id="{F04FF91C-92A9-F079-76FF-8A4A411FAC46}"/>
              </a:ext>
            </a:extLst>
          </p:cNvPr>
          <p:cNvPicPr>
            <a:picLocks noChangeAspect="1"/>
          </p:cNvPicPr>
          <p:nvPr userDrawn="1"/>
        </p:nvPicPr>
        <p:blipFill>
          <a:blip r:embed="rId2"/>
          <a:srcRect l="13482" r="13482"/>
          <a:stretch/>
        </p:blipFill>
        <p:spPr>
          <a:xfrm>
            <a:off x="0" y="-1"/>
            <a:ext cx="12192000" cy="6857999"/>
          </a:xfrm>
          <a:prstGeom prst="rect">
            <a:avLst/>
          </a:prstGeom>
        </p:spPr>
      </p:pic>
      <p:sp>
        <p:nvSpPr>
          <p:cNvPr id="3" name="Content Placeholder 2">
            <a:extLst>
              <a:ext uri="{FF2B5EF4-FFF2-40B4-BE49-F238E27FC236}">
                <a16:creationId xmlns:a16="http://schemas.microsoft.com/office/drawing/2014/main" id="{E9A57F3E-9C2D-EE5C-6D3F-AD5B810CE3A5}"/>
              </a:ext>
            </a:extLst>
          </p:cNvPr>
          <p:cNvSpPr>
            <a:spLocks noGrp="1"/>
          </p:cNvSpPr>
          <p:nvPr>
            <p:ph idx="13" hasCustomPrompt="1"/>
          </p:nvPr>
        </p:nvSpPr>
        <p:spPr>
          <a:xfrm>
            <a:off x="190500" y="1728988"/>
            <a:ext cx="6248400" cy="4938513"/>
          </a:xfrm>
          <a:prstGeom prst="roundRect">
            <a:avLst>
              <a:gd name="adj" fmla="val 4422"/>
            </a:avLst>
          </a:prstGeom>
          <a:solidFill>
            <a:schemeClr val="bg1"/>
          </a:solidFill>
        </p:spPr>
        <p:txBody>
          <a:bodyPr lIns="504000" tIns="324000" rIns="504000" bIns="324000">
            <a:normAutofit/>
          </a:bodyPr>
          <a:lstStyle>
            <a:lvl1pPr marL="0" indent="0">
              <a:spcBef>
                <a:spcPts val="0"/>
              </a:spcBef>
              <a:spcAft>
                <a:spcPts val="600"/>
              </a:spcAft>
              <a:buNone/>
              <a:defRPr sz="180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fi-FI" err="1"/>
              <a:t>Click</a:t>
            </a:r>
            <a:r>
              <a:rPr lang="fi-FI"/>
              <a:t> to </a:t>
            </a:r>
            <a:r>
              <a:rPr lang="fi-FI" err="1"/>
              <a:t>add</a:t>
            </a:r>
            <a:r>
              <a:rPr lang="fi-FI"/>
              <a:t> </a:t>
            </a:r>
            <a:r>
              <a:rPr lang="fi-FI" err="1"/>
              <a:t>text</a:t>
            </a:r>
            <a:endParaRPr lang="fi-FI"/>
          </a:p>
        </p:txBody>
      </p:sp>
      <p:pic>
        <p:nvPicPr>
          <p:cNvPr id="12" name="Kuva 11">
            <a:extLst>
              <a:ext uri="{FF2B5EF4-FFF2-40B4-BE49-F238E27FC236}">
                <a16:creationId xmlns:a16="http://schemas.microsoft.com/office/drawing/2014/main" id="{99348B96-1014-556E-760B-FAA66DEA03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sp>
        <p:nvSpPr>
          <p:cNvPr id="2" name="Dian numeron paikkamerkki 1">
            <a:extLst>
              <a:ext uri="{FF2B5EF4-FFF2-40B4-BE49-F238E27FC236}">
                <a16:creationId xmlns:a16="http://schemas.microsoft.com/office/drawing/2014/main" id="{3D98A3F2-1E33-18CE-5B39-B92DD7197936}"/>
              </a:ext>
            </a:extLst>
          </p:cNvPr>
          <p:cNvSpPr>
            <a:spLocks noGrp="1"/>
          </p:cNvSpPr>
          <p:nvPr>
            <p:ph type="sldNum" sz="quarter" idx="14"/>
          </p:nvPr>
        </p:nvSpPr>
        <p:spPr/>
        <p:txBody>
          <a:bodyPr/>
          <a:lstStyle>
            <a:lvl1pPr>
              <a:defRPr>
                <a:solidFill>
                  <a:schemeClr val="tx1"/>
                </a:solidFill>
              </a:defRPr>
            </a:lvl1pPr>
          </a:lstStyle>
          <a:p>
            <a:fld id="{C1FF6DA9-008F-8B48-92A6-B652298478BF}" type="slidenum">
              <a:rPr lang="en-US" smtClean="0"/>
              <a:pPr/>
              <a:t>‹#›</a:t>
            </a:fld>
            <a:endParaRPr lang="en-US"/>
          </a:p>
        </p:txBody>
      </p:sp>
      <p:sp>
        <p:nvSpPr>
          <p:cNvPr id="5" name="Tekstin paikkamerkki 5">
            <a:extLst>
              <a:ext uri="{FF2B5EF4-FFF2-40B4-BE49-F238E27FC236}">
                <a16:creationId xmlns:a16="http://schemas.microsoft.com/office/drawing/2014/main" id="{89F379A0-EDDB-4A07-D42D-063B839D6054}"/>
              </a:ext>
            </a:extLst>
          </p:cNvPr>
          <p:cNvSpPr>
            <a:spLocks noGrp="1"/>
          </p:cNvSpPr>
          <p:nvPr>
            <p:ph type="body" sz="quarter" idx="20" hasCustomPrompt="1"/>
          </p:nvPr>
        </p:nvSpPr>
        <p:spPr>
          <a:xfrm>
            <a:off x="190499" y="456448"/>
            <a:ext cx="6871071" cy="1409700"/>
          </a:xfrm>
          <a:prstGeom prst="roundRect">
            <a:avLst>
              <a:gd name="adj" fmla="val 15045"/>
            </a:avLst>
          </a:prstGeom>
          <a:solidFill>
            <a:schemeClr val="accent1"/>
          </a:solidFill>
        </p:spPr>
        <p:txBody>
          <a:bodyPr lIns="432000" anchor="ctr" anchorCtr="0">
            <a:noAutofit/>
          </a:bodyPr>
          <a:lstStyle>
            <a:lvl1pPr marL="0" indent="0">
              <a:buNone/>
              <a:defRPr sz="6000" b="0">
                <a:solidFill>
                  <a:schemeClr val="bg1"/>
                </a:solidFill>
                <a:latin typeface="+mj-lt"/>
              </a:defRPr>
            </a:lvl1pPr>
            <a:lvl2pPr marL="457200" indent="0">
              <a:buNone/>
              <a:defRPr sz="6000">
                <a:solidFill>
                  <a:schemeClr val="bg1"/>
                </a:solidFill>
                <a:latin typeface="+mj-lt"/>
              </a:defRPr>
            </a:lvl2pPr>
            <a:lvl3pPr marL="914400" indent="0">
              <a:buNone/>
              <a:defRPr sz="6000">
                <a:solidFill>
                  <a:schemeClr val="bg1"/>
                </a:solidFill>
                <a:latin typeface="+mj-lt"/>
              </a:defRPr>
            </a:lvl3pPr>
            <a:lvl4pPr marL="1371600" indent="0">
              <a:buNone/>
              <a:defRPr sz="6000">
                <a:solidFill>
                  <a:schemeClr val="bg1"/>
                </a:solidFill>
                <a:latin typeface="+mj-lt"/>
              </a:defRPr>
            </a:lvl4pPr>
            <a:lvl5pPr marL="1828800" indent="0">
              <a:buNone/>
              <a:defRPr sz="6000">
                <a:solidFill>
                  <a:schemeClr val="bg1"/>
                </a:solidFill>
                <a:latin typeface="+mj-lt"/>
              </a:defRPr>
            </a:lvl5pPr>
          </a:lstStyle>
          <a:p>
            <a:pPr lvl="0"/>
            <a:r>
              <a:rPr lang="fi-FI" err="1"/>
              <a:t>Click</a:t>
            </a:r>
            <a:r>
              <a:rPr lang="fi-FI"/>
              <a:t> to </a:t>
            </a:r>
            <a:r>
              <a:rPr lang="fi-FI" err="1"/>
              <a:t>add</a:t>
            </a:r>
            <a:r>
              <a:rPr lang="fi-FI"/>
              <a:t> </a:t>
            </a:r>
            <a:r>
              <a:rPr lang="fi-FI" err="1"/>
              <a:t>text</a:t>
            </a:r>
            <a:endParaRPr lang="fi-FI"/>
          </a:p>
        </p:txBody>
      </p:sp>
    </p:spTree>
    <p:extLst>
      <p:ext uri="{BB962C8B-B14F-4D97-AF65-F5344CB8AC3E}">
        <p14:creationId xmlns:p14="http://schemas.microsoft.com/office/powerpoint/2010/main" val="294527656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7_Title and Content">
    <p:spTree>
      <p:nvGrpSpPr>
        <p:cNvPr id="1" name=""/>
        <p:cNvGrpSpPr/>
        <p:nvPr/>
      </p:nvGrpSpPr>
      <p:grpSpPr>
        <a:xfrm>
          <a:off x="0" y="0"/>
          <a:ext cx="0" cy="0"/>
          <a:chOff x="0" y="0"/>
          <a:chExt cx="0" cy="0"/>
        </a:xfrm>
      </p:grpSpPr>
      <p:pic>
        <p:nvPicPr>
          <p:cNvPr id="10" name="Kuva 9" descr="Kuva, joka sisältää kohteen Ihmisen kasvot, henkilö, vaate, taivas&#10;&#10;Tekoälyn generoima sisältö voi olla virheellistä.">
            <a:extLst>
              <a:ext uri="{FF2B5EF4-FFF2-40B4-BE49-F238E27FC236}">
                <a16:creationId xmlns:a16="http://schemas.microsoft.com/office/drawing/2014/main" id="{828B7272-87A7-38AF-186F-DA06DA1CC3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Content Placeholder 2">
            <a:extLst>
              <a:ext uri="{FF2B5EF4-FFF2-40B4-BE49-F238E27FC236}">
                <a16:creationId xmlns:a16="http://schemas.microsoft.com/office/drawing/2014/main" id="{C5C06F29-19FA-3EEE-327E-CD8DE9E225E2}"/>
              </a:ext>
            </a:extLst>
          </p:cNvPr>
          <p:cNvSpPr>
            <a:spLocks noGrp="1"/>
          </p:cNvSpPr>
          <p:nvPr>
            <p:ph idx="13" hasCustomPrompt="1"/>
          </p:nvPr>
        </p:nvSpPr>
        <p:spPr>
          <a:xfrm>
            <a:off x="190500" y="1728988"/>
            <a:ext cx="6248400" cy="4938513"/>
          </a:xfrm>
          <a:prstGeom prst="roundRect">
            <a:avLst>
              <a:gd name="adj" fmla="val 4422"/>
            </a:avLst>
          </a:prstGeom>
          <a:solidFill>
            <a:schemeClr val="bg1"/>
          </a:solidFill>
        </p:spPr>
        <p:txBody>
          <a:bodyPr lIns="504000" tIns="324000" rIns="504000" bIns="324000">
            <a:normAutofit/>
          </a:bodyPr>
          <a:lstStyle>
            <a:lvl1pPr marL="0" indent="0">
              <a:spcBef>
                <a:spcPts val="0"/>
              </a:spcBef>
              <a:spcAft>
                <a:spcPts val="600"/>
              </a:spcAft>
              <a:buNone/>
              <a:defRPr sz="180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fi-FI" err="1"/>
              <a:t>Click</a:t>
            </a:r>
            <a:r>
              <a:rPr lang="fi-FI"/>
              <a:t> to </a:t>
            </a:r>
            <a:r>
              <a:rPr lang="fi-FI" err="1"/>
              <a:t>add</a:t>
            </a:r>
            <a:r>
              <a:rPr lang="fi-FI"/>
              <a:t> </a:t>
            </a:r>
            <a:r>
              <a:rPr lang="fi-FI" err="1"/>
              <a:t>text</a:t>
            </a:r>
            <a:endParaRPr lang="fi-FI"/>
          </a:p>
        </p:txBody>
      </p:sp>
      <p:pic>
        <p:nvPicPr>
          <p:cNvPr id="12" name="Kuva 11">
            <a:extLst>
              <a:ext uri="{FF2B5EF4-FFF2-40B4-BE49-F238E27FC236}">
                <a16:creationId xmlns:a16="http://schemas.microsoft.com/office/drawing/2014/main" id="{99348B96-1014-556E-760B-FAA66DEA03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sp>
        <p:nvSpPr>
          <p:cNvPr id="7" name="Dian numeron paikkamerkki 6">
            <a:extLst>
              <a:ext uri="{FF2B5EF4-FFF2-40B4-BE49-F238E27FC236}">
                <a16:creationId xmlns:a16="http://schemas.microsoft.com/office/drawing/2014/main" id="{E8303C56-E38E-8CB2-BEA4-C57AC3211964}"/>
              </a:ext>
            </a:extLst>
          </p:cNvPr>
          <p:cNvSpPr>
            <a:spLocks noGrp="1"/>
          </p:cNvSpPr>
          <p:nvPr>
            <p:ph type="sldNum" sz="quarter" idx="14"/>
          </p:nvPr>
        </p:nvSpPr>
        <p:spPr/>
        <p:txBody>
          <a:bodyPr/>
          <a:lstStyle>
            <a:lvl1pPr>
              <a:defRPr>
                <a:solidFill>
                  <a:schemeClr val="tx1"/>
                </a:solidFill>
              </a:defRPr>
            </a:lvl1pPr>
          </a:lstStyle>
          <a:p>
            <a:fld id="{C1FF6DA9-008F-8B48-92A6-B652298478BF}" type="slidenum">
              <a:rPr lang="en-US" smtClean="0"/>
              <a:pPr/>
              <a:t>‹#›</a:t>
            </a:fld>
            <a:endParaRPr lang="en-US"/>
          </a:p>
        </p:txBody>
      </p:sp>
      <p:sp>
        <p:nvSpPr>
          <p:cNvPr id="3" name="Tekstin paikkamerkki 5">
            <a:extLst>
              <a:ext uri="{FF2B5EF4-FFF2-40B4-BE49-F238E27FC236}">
                <a16:creationId xmlns:a16="http://schemas.microsoft.com/office/drawing/2014/main" id="{2725EAB8-EB99-92F7-B2B8-696C5D1D2063}"/>
              </a:ext>
            </a:extLst>
          </p:cNvPr>
          <p:cNvSpPr>
            <a:spLocks noGrp="1"/>
          </p:cNvSpPr>
          <p:nvPr>
            <p:ph type="body" sz="quarter" idx="20" hasCustomPrompt="1"/>
          </p:nvPr>
        </p:nvSpPr>
        <p:spPr>
          <a:xfrm>
            <a:off x="190499" y="456448"/>
            <a:ext cx="6871071" cy="1409700"/>
          </a:xfrm>
          <a:prstGeom prst="roundRect">
            <a:avLst>
              <a:gd name="adj" fmla="val 15045"/>
            </a:avLst>
          </a:prstGeom>
          <a:solidFill>
            <a:schemeClr val="accent1"/>
          </a:solidFill>
        </p:spPr>
        <p:txBody>
          <a:bodyPr lIns="432000" anchor="ctr" anchorCtr="0">
            <a:noAutofit/>
          </a:bodyPr>
          <a:lstStyle>
            <a:lvl1pPr marL="0" indent="0">
              <a:buNone/>
              <a:defRPr sz="6000" b="0">
                <a:solidFill>
                  <a:schemeClr val="bg1"/>
                </a:solidFill>
                <a:latin typeface="+mj-lt"/>
              </a:defRPr>
            </a:lvl1pPr>
            <a:lvl2pPr marL="457200" indent="0">
              <a:buNone/>
              <a:defRPr sz="6000">
                <a:solidFill>
                  <a:schemeClr val="bg1"/>
                </a:solidFill>
                <a:latin typeface="+mj-lt"/>
              </a:defRPr>
            </a:lvl2pPr>
            <a:lvl3pPr marL="914400" indent="0">
              <a:buNone/>
              <a:defRPr sz="6000">
                <a:solidFill>
                  <a:schemeClr val="bg1"/>
                </a:solidFill>
                <a:latin typeface="+mj-lt"/>
              </a:defRPr>
            </a:lvl3pPr>
            <a:lvl4pPr marL="1371600" indent="0">
              <a:buNone/>
              <a:defRPr sz="6000">
                <a:solidFill>
                  <a:schemeClr val="bg1"/>
                </a:solidFill>
                <a:latin typeface="+mj-lt"/>
              </a:defRPr>
            </a:lvl4pPr>
            <a:lvl5pPr marL="1828800" indent="0">
              <a:buNone/>
              <a:defRPr sz="6000">
                <a:solidFill>
                  <a:schemeClr val="bg1"/>
                </a:solidFill>
                <a:latin typeface="+mj-lt"/>
              </a:defRPr>
            </a:lvl5pPr>
          </a:lstStyle>
          <a:p>
            <a:pPr lvl="0"/>
            <a:r>
              <a:rPr lang="fi-FI" err="1"/>
              <a:t>Click</a:t>
            </a:r>
            <a:r>
              <a:rPr lang="fi-FI"/>
              <a:t> to </a:t>
            </a:r>
            <a:r>
              <a:rPr lang="fi-FI" err="1"/>
              <a:t>add</a:t>
            </a:r>
            <a:r>
              <a:rPr lang="fi-FI"/>
              <a:t> </a:t>
            </a:r>
            <a:r>
              <a:rPr lang="fi-FI" err="1"/>
              <a:t>text</a:t>
            </a:r>
            <a:endParaRPr lang="fi-FI"/>
          </a:p>
        </p:txBody>
      </p:sp>
    </p:spTree>
    <p:extLst>
      <p:ext uri="{BB962C8B-B14F-4D97-AF65-F5344CB8AC3E}">
        <p14:creationId xmlns:p14="http://schemas.microsoft.com/office/powerpoint/2010/main" val="17047159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8_Title and Content">
    <p:spTree>
      <p:nvGrpSpPr>
        <p:cNvPr id="1" name=""/>
        <p:cNvGrpSpPr/>
        <p:nvPr/>
      </p:nvGrpSpPr>
      <p:grpSpPr>
        <a:xfrm>
          <a:off x="0" y="0"/>
          <a:ext cx="0" cy="0"/>
          <a:chOff x="0" y="0"/>
          <a:chExt cx="0" cy="0"/>
        </a:xfrm>
      </p:grpSpPr>
      <p:pic>
        <p:nvPicPr>
          <p:cNvPr id="2" name="Kuva 1" descr="Kuva, joka sisältää kohteen Ihmisen kasvot, henkilö, taivas, vaate&#10;&#10;Tekoälyn generoima sisältö voi olla virheellistä.">
            <a:extLst>
              <a:ext uri="{FF2B5EF4-FFF2-40B4-BE49-F238E27FC236}">
                <a16:creationId xmlns:a16="http://schemas.microsoft.com/office/drawing/2014/main" id="{2AC06686-0CD8-F8EA-D381-256972AE02F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1"/>
          </a:xfrm>
          <a:prstGeom prst="rect">
            <a:avLst/>
          </a:prstGeom>
        </p:spPr>
      </p:pic>
      <p:sp>
        <p:nvSpPr>
          <p:cNvPr id="3" name="Content Placeholder 2">
            <a:extLst>
              <a:ext uri="{FF2B5EF4-FFF2-40B4-BE49-F238E27FC236}">
                <a16:creationId xmlns:a16="http://schemas.microsoft.com/office/drawing/2014/main" id="{AC5C8F01-9BFC-AE14-C293-52CB6FA2374F}"/>
              </a:ext>
            </a:extLst>
          </p:cNvPr>
          <p:cNvSpPr>
            <a:spLocks noGrp="1"/>
          </p:cNvSpPr>
          <p:nvPr>
            <p:ph idx="13" hasCustomPrompt="1"/>
          </p:nvPr>
        </p:nvSpPr>
        <p:spPr>
          <a:xfrm>
            <a:off x="190500" y="1728988"/>
            <a:ext cx="6248400" cy="4938513"/>
          </a:xfrm>
          <a:prstGeom prst="roundRect">
            <a:avLst>
              <a:gd name="adj" fmla="val 4422"/>
            </a:avLst>
          </a:prstGeom>
          <a:solidFill>
            <a:schemeClr val="bg1"/>
          </a:solidFill>
        </p:spPr>
        <p:txBody>
          <a:bodyPr lIns="504000" tIns="324000" rIns="504000" bIns="324000">
            <a:normAutofit/>
          </a:bodyPr>
          <a:lstStyle>
            <a:lvl1pPr marL="0" indent="0">
              <a:spcBef>
                <a:spcPts val="0"/>
              </a:spcBef>
              <a:spcAft>
                <a:spcPts val="600"/>
              </a:spcAft>
              <a:buNone/>
              <a:defRPr sz="1800">
                <a:solidFill>
                  <a:schemeClr val="tx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fi-FI" err="1"/>
              <a:t>Click</a:t>
            </a:r>
            <a:r>
              <a:rPr lang="fi-FI"/>
              <a:t> to </a:t>
            </a:r>
            <a:r>
              <a:rPr lang="fi-FI" err="1"/>
              <a:t>add</a:t>
            </a:r>
            <a:r>
              <a:rPr lang="fi-FI"/>
              <a:t> </a:t>
            </a:r>
            <a:r>
              <a:rPr lang="fi-FI" err="1"/>
              <a:t>text</a:t>
            </a:r>
            <a:endParaRPr lang="fi-FI"/>
          </a:p>
        </p:txBody>
      </p:sp>
      <p:pic>
        <p:nvPicPr>
          <p:cNvPr id="12" name="Kuva 11">
            <a:extLst>
              <a:ext uri="{FF2B5EF4-FFF2-40B4-BE49-F238E27FC236}">
                <a16:creationId xmlns:a16="http://schemas.microsoft.com/office/drawing/2014/main" id="{99348B96-1014-556E-760B-FAA66DEA03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sp>
        <p:nvSpPr>
          <p:cNvPr id="7" name="Dian numeron paikkamerkki 6">
            <a:extLst>
              <a:ext uri="{FF2B5EF4-FFF2-40B4-BE49-F238E27FC236}">
                <a16:creationId xmlns:a16="http://schemas.microsoft.com/office/drawing/2014/main" id="{E8303C56-E38E-8CB2-BEA4-C57AC3211964}"/>
              </a:ext>
            </a:extLst>
          </p:cNvPr>
          <p:cNvSpPr>
            <a:spLocks noGrp="1"/>
          </p:cNvSpPr>
          <p:nvPr>
            <p:ph type="sldNum" sz="quarter" idx="14"/>
          </p:nvPr>
        </p:nvSpPr>
        <p:spPr/>
        <p:txBody>
          <a:bodyPr/>
          <a:lstStyle>
            <a:lvl1pPr>
              <a:defRPr>
                <a:solidFill>
                  <a:schemeClr val="tx1"/>
                </a:solidFill>
              </a:defRPr>
            </a:lvl1pPr>
          </a:lstStyle>
          <a:p>
            <a:fld id="{C1FF6DA9-008F-8B48-92A6-B652298478BF}" type="slidenum">
              <a:rPr lang="en-US" smtClean="0"/>
              <a:pPr/>
              <a:t>‹#›</a:t>
            </a:fld>
            <a:endParaRPr lang="en-US"/>
          </a:p>
        </p:txBody>
      </p:sp>
      <p:sp>
        <p:nvSpPr>
          <p:cNvPr id="5" name="Tekstin paikkamerkki 5">
            <a:extLst>
              <a:ext uri="{FF2B5EF4-FFF2-40B4-BE49-F238E27FC236}">
                <a16:creationId xmlns:a16="http://schemas.microsoft.com/office/drawing/2014/main" id="{FE3B4F2D-7C51-6D18-BD71-B653BA432802}"/>
              </a:ext>
            </a:extLst>
          </p:cNvPr>
          <p:cNvSpPr>
            <a:spLocks noGrp="1"/>
          </p:cNvSpPr>
          <p:nvPr>
            <p:ph type="body" sz="quarter" idx="20" hasCustomPrompt="1"/>
          </p:nvPr>
        </p:nvSpPr>
        <p:spPr>
          <a:xfrm>
            <a:off x="190499" y="456448"/>
            <a:ext cx="6871071" cy="1409700"/>
          </a:xfrm>
          <a:prstGeom prst="roundRect">
            <a:avLst>
              <a:gd name="adj" fmla="val 15045"/>
            </a:avLst>
          </a:prstGeom>
          <a:solidFill>
            <a:schemeClr val="accent1"/>
          </a:solidFill>
        </p:spPr>
        <p:txBody>
          <a:bodyPr lIns="432000" anchor="ctr" anchorCtr="0">
            <a:noAutofit/>
          </a:bodyPr>
          <a:lstStyle>
            <a:lvl1pPr marL="0" indent="0">
              <a:buNone/>
              <a:defRPr sz="6000" b="0">
                <a:solidFill>
                  <a:schemeClr val="bg1"/>
                </a:solidFill>
                <a:latin typeface="+mj-lt"/>
              </a:defRPr>
            </a:lvl1pPr>
            <a:lvl2pPr marL="457200" indent="0">
              <a:buNone/>
              <a:defRPr sz="6000">
                <a:solidFill>
                  <a:schemeClr val="bg1"/>
                </a:solidFill>
                <a:latin typeface="+mj-lt"/>
              </a:defRPr>
            </a:lvl2pPr>
            <a:lvl3pPr marL="914400" indent="0">
              <a:buNone/>
              <a:defRPr sz="6000">
                <a:solidFill>
                  <a:schemeClr val="bg1"/>
                </a:solidFill>
                <a:latin typeface="+mj-lt"/>
              </a:defRPr>
            </a:lvl3pPr>
            <a:lvl4pPr marL="1371600" indent="0">
              <a:buNone/>
              <a:defRPr sz="6000">
                <a:solidFill>
                  <a:schemeClr val="bg1"/>
                </a:solidFill>
                <a:latin typeface="+mj-lt"/>
              </a:defRPr>
            </a:lvl4pPr>
            <a:lvl5pPr marL="1828800" indent="0">
              <a:buNone/>
              <a:defRPr sz="6000">
                <a:solidFill>
                  <a:schemeClr val="bg1"/>
                </a:solidFill>
                <a:latin typeface="+mj-lt"/>
              </a:defRPr>
            </a:lvl5pPr>
          </a:lstStyle>
          <a:p>
            <a:pPr lvl="0"/>
            <a:r>
              <a:rPr lang="fi-FI" err="1"/>
              <a:t>Click</a:t>
            </a:r>
            <a:r>
              <a:rPr lang="fi-FI"/>
              <a:t> to </a:t>
            </a:r>
            <a:r>
              <a:rPr lang="fi-FI" err="1"/>
              <a:t>add</a:t>
            </a:r>
            <a:r>
              <a:rPr lang="fi-FI"/>
              <a:t> </a:t>
            </a:r>
            <a:r>
              <a:rPr lang="fi-FI" err="1"/>
              <a:t>text</a:t>
            </a:r>
            <a:endParaRPr lang="fi-FI"/>
          </a:p>
        </p:txBody>
      </p:sp>
    </p:spTree>
    <p:extLst>
      <p:ext uri="{BB962C8B-B14F-4D97-AF65-F5344CB8AC3E}">
        <p14:creationId xmlns:p14="http://schemas.microsoft.com/office/powerpoint/2010/main" val="37755416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5_Title and Content">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46351" y="343672"/>
            <a:ext cx="6530787" cy="1522164"/>
          </a:xfrm>
        </p:spPr>
        <p:txBody>
          <a:bodyPr/>
          <a:lstStyle>
            <a:lvl1pPr>
              <a:defRPr>
                <a:solidFill>
                  <a:schemeClr val="bg1"/>
                </a:solidFill>
              </a:defRPr>
            </a:lvl1pPr>
          </a:lstStyle>
          <a:p>
            <a:r>
              <a:rPr lang="en-US"/>
              <a:t>Click to add headline</a:t>
            </a:r>
          </a:p>
        </p:txBody>
      </p:sp>
      <p:pic>
        <p:nvPicPr>
          <p:cNvPr id="7" name="Kuva 6">
            <a:extLst>
              <a:ext uri="{FF2B5EF4-FFF2-40B4-BE49-F238E27FC236}">
                <a16:creationId xmlns:a16="http://schemas.microsoft.com/office/drawing/2014/main" id="{C1957236-882A-F861-3736-1E73AD2791D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08856" y="343672"/>
            <a:ext cx="1612334" cy="1522164"/>
          </a:xfrm>
          <a:prstGeom prst="rect">
            <a:avLst/>
          </a:prstGeom>
        </p:spPr>
      </p:pic>
      <p:cxnSp>
        <p:nvCxnSpPr>
          <p:cNvPr id="8" name="Suora yhdysviiva 7">
            <a:extLst>
              <a:ext uri="{FF2B5EF4-FFF2-40B4-BE49-F238E27FC236}">
                <a16:creationId xmlns:a16="http://schemas.microsoft.com/office/drawing/2014/main" id="{2A95BE78-B6AB-EC7E-A656-E13570FC5434}"/>
              </a:ext>
            </a:extLst>
          </p:cNvPr>
          <p:cNvCxnSpPr>
            <a:cxnSpLocks/>
          </p:cNvCxnSpPr>
          <p:nvPr userDrawn="1"/>
        </p:nvCxnSpPr>
        <p:spPr>
          <a:xfrm>
            <a:off x="463757" y="3728116"/>
            <a:ext cx="11333348" cy="0"/>
          </a:xfrm>
          <a:prstGeom prst="line">
            <a:avLst/>
          </a:prstGeom>
          <a:ln cmpd="sng">
            <a:solidFill>
              <a:schemeClr val="bg1"/>
            </a:solidFill>
          </a:ln>
        </p:spPr>
        <p:style>
          <a:lnRef idx="1">
            <a:schemeClr val="dk1"/>
          </a:lnRef>
          <a:fillRef idx="0">
            <a:schemeClr val="dk1"/>
          </a:fillRef>
          <a:effectRef idx="0">
            <a:schemeClr val="dk1"/>
          </a:effectRef>
          <a:fontRef idx="minor">
            <a:schemeClr val="tx1"/>
          </a:fontRef>
        </p:style>
      </p:cxnSp>
      <p:cxnSp>
        <p:nvCxnSpPr>
          <p:cNvPr id="9" name="Suora yhdysviiva 8">
            <a:extLst>
              <a:ext uri="{FF2B5EF4-FFF2-40B4-BE49-F238E27FC236}">
                <a16:creationId xmlns:a16="http://schemas.microsoft.com/office/drawing/2014/main" id="{46AF606A-2054-EB14-4816-50923D33C335}"/>
              </a:ext>
            </a:extLst>
          </p:cNvPr>
          <p:cNvCxnSpPr>
            <a:cxnSpLocks/>
          </p:cNvCxnSpPr>
          <p:nvPr userDrawn="1"/>
        </p:nvCxnSpPr>
        <p:spPr>
          <a:xfrm>
            <a:off x="469301" y="5209497"/>
            <a:ext cx="11333348" cy="0"/>
          </a:xfrm>
          <a:prstGeom prst="line">
            <a:avLst/>
          </a:prstGeom>
          <a:ln cmpd="sng">
            <a:solidFill>
              <a:schemeClr val="bg1"/>
            </a:solidFill>
          </a:ln>
        </p:spPr>
        <p:style>
          <a:lnRef idx="1">
            <a:schemeClr val="dk1"/>
          </a:lnRef>
          <a:fillRef idx="0">
            <a:schemeClr val="dk1"/>
          </a:fillRef>
          <a:effectRef idx="0">
            <a:schemeClr val="dk1"/>
          </a:effectRef>
          <a:fontRef idx="minor">
            <a:schemeClr val="tx1"/>
          </a:fontRef>
        </p:style>
      </p:cxnSp>
      <p:cxnSp>
        <p:nvCxnSpPr>
          <p:cNvPr id="10" name="Suora yhdysviiva 9">
            <a:extLst>
              <a:ext uri="{FF2B5EF4-FFF2-40B4-BE49-F238E27FC236}">
                <a16:creationId xmlns:a16="http://schemas.microsoft.com/office/drawing/2014/main" id="{16335BB4-E4F1-72CF-646A-378FF8187DA1}"/>
              </a:ext>
            </a:extLst>
          </p:cNvPr>
          <p:cNvCxnSpPr>
            <a:cxnSpLocks/>
          </p:cNvCxnSpPr>
          <p:nvPr userDrawn="1"/>
        </p:nvCxnSpPr>
        <p:spPr>
          <a:xfrm>
            <a:off x="480628" y="2190649"/>
            <a:ext cx="11333348" cy="0"/>
          </a:xfrm>
          <a:prstGeom prst="line">
            <a:avLst/>
          </a:prstGeom>
          <a:ln cmpd="sng">
            <a:solidFill>
              <a:schemeClr val="bg1"/>
            </a:solidFill>
          </a:ln>
        </p:spPr>
        <p:style>
          <a:lnRef idx="1">
            <a:schemeClr val="dk1"/>
          </a:lnRef>
          <a:fillRef idx="0">
            <a:schemeClr val="dk1"/>
          </a:fillRef>
          <a:effectRef idx="0">
            <a:schemeClr val="dk1"/>
          </a:effectRef>
          <a:fontRef idx="minor">
            <a:schemeClr val="tx1"/>
          </a:fontRef>
        </p:style>
      </p:cxnSp>
      <p:sp>
        <p:nvSpPr>
          <p:cNvPr id="13" name="Tekstin paikkamerkki 12">
            <a:extLst>
              <a:ext uri="{FF2B5EF4-FFF2-40B4-BE49-F238E27FC236}">
                <a16:creationId xmlns:a16="http://schemas.microsoft.com/office/drawing/2014/main" id="{1402E06E-E0B6-CBD0-4F8F-E7DD30429213}"/>
              </a:ext>
            </a:extLst>
          </p:cNvPr>
          <p:cNvSpPr>
            <a:spLocks noGrp="1"/>
          </p:cNvSpPr>
          <p:nvPr>
            <p:ph type="body" sz="quarter" idx="13" hasCustomPrompt="1"/>
          </p:nvPr>
        </p:nvSpPr>
        <p:spPr>
          <a:xfrm>
            <a:off x="463550" y="2951982"/>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15" name="Kuvan paikkamerkki 14">
            <a:extLst>
              <a:ext uri="{FF2B5EF4-FFF2-40B4-BE49-F238E27FC236}">
                <a16:creationId xmlns:a16="http://schemas.microsoft.com/office/drawing/2014/main" id="{D935B56F-50DF-AF80-E14C-F410E5987A36}"/>
              </a:ext>
            </a:extLst>
          </p:cNvPr>
          <p:cNvSpPr>
            <a:spLocks noGrp="1"/>
          </p:cNvSpPr>
          <p:nvPr>
            <p:ph type="pic" sz="quarter" idx="14"/>
          </p:nvPr>
        </p:nvSpPr>
        <p:spPr>
          <a:xfrm>
            <a:off x="463550" y="2363323"/>
            <a:ext cx="1483991" cy="492443"/>
          </a:xfrm>
        </p:spPr>
        <p:txBody>
          <a:bodyPr anchor="ctr" anchorCtr="0">
            <a:spAutoFit/>
          </a:bodyPr>
          <a:lstStyle/>
          <a:p>
            <a:endParaRPr lang="en-GB"/>
          </a:p>
        </p:txBody>
      </p:sp>
      <p:sp>
        <p:nvSpPr>
          <p:cNvPr id="16" name="Tekstin paikkamerkki 12">
            <a:extLst>
              <a:ext uri="{FF2B5EF4-FFF2-40B4-BE49-F238E27FC236}">
                <a16:creationId xmlns:a16="http://schemas.microsoft.com/office/drawing/2014/main" id="{547DFF10-AA02-71BB-3127-E1EA15151923}"/>
              </a:ext>
            </a:extLst>
          </p:cNvPr>
          <p:cNvSpPr>
            <a:spLocks noGrp="1"/>
          </p:cNvSpPr>
          <p:nvPr>
            <p:ph type="body" sz="quarter" idx="15" hasCustomPrompt="1"/>
          </p:nvPr>
        </p:nvSpPr>
        <p:spPr>
          <a:xfrm>
            <a:off x="2109790" y="2951982"/>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17" name="Kuvan paikkamerkki 14">
            <a:extLst>
              <a:ext uri="{FF2B5EF4-FFF2-40B4-BE49-F238E27FC236}">
                <a16:creationId xmlns:a16="http://schemas.microsoft.com/office/drawing/2014/main" id="{322432FA-9BDD-8798-3E6C-370A9D990924}"/>
              </a:ext>
            </a:extLst>
          </p:cNvPr>
          <p:cNvSpPr>
            <a:spLocks noGrp="1"/>
          </p:cNvSpPr>
          <p:nvPr>
            <p:ph type="pic" sz="quarter" idx="16"/>
          </p:nvPr>
        </p:nvSpPr>
        <p:spPr>
          <a:xfrm>
            <a:off x="2105144" y="2363919"/>
            <a:ext cx="1483991" cy="492443"/>
          </a:xfrm>
        </p:spPr>
        <p:txBody>
          <a:bodyPr anchor="ctr" anchorCtr="0">
            <a:spAutoFit/>
          </a:bodyPr>
          <a:lstStyle/>
          <a:p>
            <a:endParaRPr lang="en-GB"/>
          </a:p>
        </p:txBody>
      </p:sp>
      <p:sp>
        <p:nvSpPr>
          <p:cNvPr id="18" name="Tekstin paikkamerkki 12">
            <a:extLst>
              <a:ext uri="{FF2B5EF4-FFF2-40B4-BE49-F238E27FC236}">
                <a16:creationId xmlns:a16="http://schemas.microsoft.com/office/drawing/2014/main" id="{D91197C2-23BC-5ED5-3AA0-7CC386EA375A}"/>
              </a:ext>
            </a:extLst>
          </p:cNvPr>
          <p:cNvSpPr>
            <a:spLocks noGrp="1"/>
          </p:cNvSpPr>
          <p:nvPr>
            <p:ph type="body" sz="quarter" idx="17" hasCustomPrompt="1"/>
          </p:nvPr>
        </p:nvSpPr>
        <p:spPr>
          <a:xfrm>
            <a:off x="3746738" y="2951982"/>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19" name="Kuvan paikkamerkki 14">
            <a:extLst>
              <a:ext uri="{FF2B5EF4-FFF2-40B4-BE49-F238E27FC236}">
                <a16:creationId xmlns:a16="http://schemas.microsoft.com/office/drawing/2014/main" id="{97A16DDA-6144-329E-ED65-4A66F2E5A536}"/>
              </a:ext>
            </a:extLst>
          </p:cNvPr>
          <p:cNvSpPr>
            <a:spLocks noGrp="1"/>
          </p:cNvSpPr>
          <p:nvPr>
            <p:ph type="pic" sz="quarter" idx="18"/>
          </p:nvPr>
        </p:nvSpPr>
        <p:spPr>
          <a:xfrm>
            <a:off x="3746738" y="2363919"/>
            <a:ext cx="1483991" cy="492443"/>
          </a:xfrm>
        </p:spPr>
        <p:txBody>
          <a:bodyPr anchor="ctr" anchorCtr="0">
            <a:spAutoFit/>
          </a:bodyPr>
          <a:lstStyle/>
          <a:p>
            <a:endParaRPr lang="en-GB"/>
          </a:p>
        </p:txBody>
      </p:sp>
      <p:sp>
        <p:nvSpPr>
          <p:cNvPr id="21" name="Kuvan paikkamerkki 14">
            <a:extLst>
              <a:ext uri="{FF2B5EF4-FFF2-40B4-BE49-F238E27FC236}">
                <a16:creationId xmlns:a16="http://schemas.microsoft.com/office/drawing/2014/main" id="{D2EFBB8F-453C-5684-15F0-30A09D5866CB}"/>
              </a:ext>
            </a:extLst>
          </p:cNvPr>
          <p:cNvSpPr>
            <a:spLocks noGrp="1"/>
          </p:cNvSpPr>
          <p:nvPr>
            <p:ph type="pic" sz="quarter" idx="20"/>
          </p:nvPr>
        </p:nvSpPr>
        <p:spPr>
          <a:xfrm>
            <a:off x="5388332" y="2364515"/>
            <a:ext cx="1483991" cy="492443"/>
          </a:xfrm>
        </p:spPr>
        <p:txBody>
          <a:bodyPr anchor="ctr" anchorCtr="0">
            <a:spAutoFit/>
          </a:bodyPr>
          <a:lstStyle/>
          <a:p>
            <a:endParaRPr lang="en-GB"/>
          </a:p>
        </p:txBody>
      </p:sp>
      <p:sp>
        <p:nvSpPr>
          <p:cNvPr id="22" name="Tekstin paikkamerkki 12">
            <a:extLst>
              <a:ext uri="{FF2B5EF4-FFF2-40B4-BE49-F238E27FC236}">
                <a16:creationId xmlns:a16="http://schemas.microsoft.com/office/drawing/2014/main" id="{0A0E23C9-6740-0247-8532-74C6887B3AF1}"/>
              </a:ext>
            </a:extLst>
          </p:cNvPr>
          <p:cNvSpPr>
            <a:spLocks noGrp="1"/>
          </p:cNvSpPr>
          <p:nvPr>
            <p:ph type="body" sz="quarter" idx="21" hasCustomPrompt="1"/>
          </p:nvPr>
        </p:nvSpPr>
        <p:spPr>
          <a:xfrm>
            <a:off x="5392978" y="2951982"/>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23" name="Kuvan paikkamerkki 14">
            <a:extLst>
              <a:ext uri="{FF2B5EF4-FFF2-40B4-BE49-F238E27FC236}">
                <a16:creationId xmlns:a16="http://schemas.microsoft.com/office/drawing/2014/main" id="{73C491F0-46B8-BD15-3FBA-814800E32E98}"/>
              </a:ext>
            </a:extLst>
          </p:cNvPr>
          <p:cNvSpPr>
            <a:spLocks noGrp="1"/>
          </p:cNvSpPr>
          <p:nvPr>
            <p:ph type="pic" sz="quarter" idx="22"/>
          </p:nvPr>
        </p:nvSpPr>
        <p:spPr>
          <a:xfrm>
            <a:off x="7029926" y="2364515"/>
            <a:ext cx="1483991" cy="492443"/>
          </a:xfrm>
        </p:spPr>
        <p:txBody>
          <a:bodyPr anchor="ctr" anchorCtr="0">
            <a:spAutoFit/>
          </a:bodyPr>
          <a:lstStyle/>
          <a:p>
            <a:endParaRPr lang="en-GB"/>
          </a:p>
        </p:txBody>
      </p:sp>
      <p:sp>
        <p:nvSpPr>
          <p:cNvPr id="24" name="Tekstin paikkamerkki 12">
            <a:extLst>
              <a:ext uri="{FF2B5EF4-FFF2-40B4-BE49-F238E27FC236}">
                <a16:creationId xmlns:a16="http://schemas.microsoft.com/office/drawing/2014/main" id="{5FF63D50-C078-D9AC-9B6E-63AE21584381}"/>
              </a:ext>
            </a:extLst>
          </p:cNvPr>
          <p:cNvSpPr>
            <a:spLocks noGrp="1"/>
          </p:cNvSpPr>
          <p:nvPr>
            <p:ph type="body" sz="quarter" idx="23" hasCustomPrompt="1"/>
          </p:nvPr>
        </p:nvSpPr>
        <p:spPr>
          <a:xfrm>
            <a:off x="7029925" y="2951982"/>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25" name="Kuvan paikkamerkki 14">
            <a:extLst>
              <a:ext uri="{FF2B5EF4-FFF2-40B4-BE49-F238E27FC236}">
                <a16:creationId xmlns:a16="http://schemas.microsoft.com/office/drawing/2014/main" id="{C646E431-CB22-90AD-A1E1-83086600889A}"/>
              </a:ext>
            </a:extLst>
          </p:cNvPr>
          <p:cNvSpPr>
            <a:spLocks noGrp="1"/>
          </p:cNvSpPr>
          <p:nvPr>
            <p:ph type="pic" sz="quarter" idx="24"/>
          </p:nvPr>
        </p:nvSpPr>
        <p:spPr>
          <a:xfrm>
            <a:off x="8671520" y="2365111"/>
            <a:ext cx="1483991" cy="492443"/>
          </a:xfrm>
        </p:spPr>
        <p:txBody>
          <a:bodyPr anchor="ctr" anchorCtr="0">
            <a:spAutoFit/>
          </a:bodyPr>
          <a:lstStyle/>
          <a:p>
            <a:endParaRPr lang="en-GB"/>
          </a:p>
        </p:txBody>
      </p:sp>
      <p:sp>
        <p:nvSpPr>
          <p:cNvPr id="28" name="Tekstin paikkamerkki 12">
            <a:extLst>
              <a:ext uri="{FF2B5EF4-FFF2-40B4-BE49-F238E27FC236}">
                <a16:creationId xmlns:a16="http://schemas.microsoft.com/office/drawing/2014/main" id="{DA586BFC-C6B0-5C0F-D139-2BC59AA38174}"/>
              </a:ext>
            </a:extLst>
          </p:cNvPr>
          <p:cNvSpPr>
            <a:spLocks noGrp="1"/>
          </p:cNvSpPr>
          <p:nvPr>
            <p:ph type="body" sz="quarter" idx="27" hasCustomPrompt="1"/>
          </p:nvPr>
        </p:nvSpPr>
        <p:spPr>
          <a:xfrm>
            <a:off x="10313114" y="2951982"/>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29" name="Kuvan paikkamerkki 14">
            <a:extLst>
              <a:ext uri="{FF2B5EF4-FFF2-40B4-BE49-F238E27FC236}">
                <a16:creationId xmlns:a16="http://schemas.microsoft.com/office/drawing/2014/main" id="{5094BAC3-543B-75D0-99E8-B601932F065A}"/>
              </a:ext>
            </a:extLst>
          </p:cNvPr>
          <p:cNvSpPr>
            <a:spLocks noGrp="1"/>
          </p:cNvSpPr>
          <p:nvPr>
            <p:ph type="pic" sz="quarter" idx="28"/>
          </p:nvPr>
        </p:nvSpPr>
        <p:spPr>
          <a:xfrm>
            <a:off x="10313114" y="2361540"/>
            <a:ext cx="1483991" cy="492443"/>
          </a:xfrm>
        </p:spPr>
        <p:txBody>
          <a:bodyPr anchor="ctr" anchorCtr="0">
            <a:spAutoFit/>
          </a:bodyPr>
          <a:lstStyle/>
          <a:p>
            <a:endParaRPr lang="en-GB"/>
          </a:p>
        </p:txBody>
      </p:sp>
      <p:sp>
        <p:nvSpPr>
          <p:cNvPr id="30" name="Tekstin paikkamerkki 12">
            <a:extLst>
              <a:ext uri="{FF2B5EF4-FFF2-40B4-BE49-F238E27FC236}">
                <a16:creationId xmlns:a16="http://schemas.microsoft.com/office/drawing/2014/main" id="{507DF54A-57BF-C1F1-DDB2-BE62600D3A49}"/>
              </a:ext>
            </a:extLst>
          </p:cNvPr>
          <p:cNvSpPr>
            <a:spLocks noGrp="1"/>
          </p:cNvSpPr>
          <p:nvPr>
            <p:ph type="body" sz="quarter" idx="29" hasCustomPrompt="1"/>
          </p:nvPr>
        </p:nvSpPr>
        <p:spPr>
          <a:xfrm>
            <a:off x="8676165" y="2951982"/>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59" name="Tekstin paikkamerkki 12">
            <a:extLst>
              <a:ext uri="{FF2B5EF4-FFF2-40B4-BE49-F238E27FC236}">
                <a16:creationId xmlns:a16="http://schemas.microsoft.com/office/drawing/2014/main" id="{EFFD7317-61F6-FB15-D764-A014C1958AC7}"/>
              </a:ext>
            </a:extLst>
          </p:cNvPr>
          <p:cNvSpPr>
            <a:spLocks noGrp="1"/>
          </p:cNvSpPr>
          <p:nvPr>
            <p:ph type="body" sz="quarter" idx="30" hasCustomPrompt="1"/>
          </p:nvPr>
        </p:nvSpPr>
        <p:spPr>
          <a:xfrm>
            <a:off x="463757" y="4474191"/>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60" name="Kuvan paikkamerkki 14">
            <a:extLst>
              <a:ext uri="{FF2B5EF4-FFF2-40B4-BE49-F238E27FC236}">
                <a16:creationId xmlns:a16="http://schemas.microsoft.com/office/drawing/2014/main" id="{77BE0BFF-A3CC-652F-3493-B85768BF2BD0}"/>
              </a:ext>
            </a:extLst>
          </p:cNvPr>
          <p:cNvSpPr>
            <a:spLocks noGrp="1"/>
          </p:cNvSpPr>
          <p:nvPr>
            <p:ph type="pic" sz="quarter" idx="31"/>
          </p:nvPr>
        </p:nvSpPr>
        <p:spPr>
          <a:xfrm>
            <a:off x="463757" y="3885532"/>
            <a:ext cx="1483991" cy="492443"/>
          </a:xfrm>
        </p:spPr>
        <p:txBody>
          <a:bodyPr anchor="ctr" anchorCtr="0">
            <a:spAutoFit/>
          </a:bodyPr>
          <a:lstStyle/>
          <a:p>
            <a:endParaRPr lang="en-GB"/>
          </a:p>
        </p:txBody>
      </p:sp>
      <p:sp>
        <p:nvSpPr>
          <p:cNvPr id="61" name="Tekstin paikkamerkki 12">
            <a:extLst>
              <a:ext uri="{FF2B5EF4-FFF2-40B4-BE49-F238E27FC236}">
                <a16:creationId xmlns:a16="http://schemas.microsoft.com/office/drawing/2014/main" id="{5E0813FE-B740-92E2-FA9B-33091C575F3E}"/>
              </a:ext>
            </a:extLst>
          </p:cNvPr>
          <p:cNvSpPr>
            <a:spLocks noGrp="1"/>
          </p:cNvSpPr>
          <p:nvPr>
            <p:ph type="body" sz="quarter" idx="32" hasCustomPrompt="1"/>
          </p:nvPr>
        </p:nvSpPr>
        <p:spPr>
          <a:xfrm>
            <a:off x="2109997" y="4474191"/>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62" name="Kuvan paikkamerkki 14">
            <a:extLst>
              <a:ext uri="{FF2B5EF4-FFF2-40B4-BE49-F238E27FC236}">
                <a16:creationId xmlns:a16="http://schemas.microsoft.com/office/drawing/2014/main" id="{6E395ABE-8B8F-FD82-F1DD-5CDA180409E4}"/>
              </a:ext>
            </a:extLst>
          </p:cNvPr>
          <p:cNvSpPr>
            <a:spLocks noGrp="1"/>
          </p:cNvSpPr>
          <p:nvPr>
            <p:ph type="pic" sz="quarter" idx="33"/>
          </p:nvPr>
        </p:nvSpPr>
        <p:spPr>
          <a:xfrm>
            <a:off x="2105351" y="3886128"/>
            <a:ext cx="1483991" cy="492443"/>
          </a:xfrm>
        </p:spPr>
        <p:txBody>
          <a:bodyPr anchor="ctr" anchorCtr="0">
            <a:spAutoFit/>
          </a:bodyPr>
          <a:lstStyle/>
          <a:p>
            <a:endParaRPr lang="en-GB"/>
          </a:p>
        </p:txBody>
      </p:sp>
      <p:sp>
        <p:nvSpPr>
          <p:cNvPr id="63" name="Tekstin paikkamerkki 12">
            <a:extLst>
              <a:ext uri="{FF2B5EF4-FFF2-40B4-BE49-F238E27FC236}">
                <a16:creationId xmlns:a16="http://schemas.microsoft.com/office/drawing/2014/main" id="{D61F7C40-F35B-BBCE-7BD9-B1F0425E7B05}"/>
              </a:ext>
            </a:extLst>
          </p:cNvPr>
          <p:cNvSpPr>
            <a:spLocks noGrp="1"/>
          </p:cNvSpPr>
          <p:nvPr>
            <p:ph type="body" sz="quarter" idx="34" hasCustomPrompt="1"/>
          </p:nvPr>
        </p:nvSpPr>
        <p:spPr>
          <a:xfrm>
            <a:off x="3746945" y="4474191"/>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64" name="Kuvan paikkamerkki 14">
            <a:extLst>
              <a:ext uri="{FF2B5EF4-FFF2-40B4-BE49-F238E27FC236}">
                <a16:creationId xmlns:a16="http://schemas.microsoft.com/office/drawing/2014/main" id="{49DE2623-2993-706D-F4AB-88DDFE9AD1B2}"/>
              </a:ext>
            </a:extLst>
          </p:cNvPr>
          <p:cNvSpPr>
            <a:spLocks noGrp="1"/>
          </p:cNvSpPr>
          <p:nvPr>
            <p:ph type="pic" sz="quarter" idx="35"/>
          </p:nvPr>
        </p:nvSpPr>
        <p:spPr>
          <a:xfrm>
            <a:off x="3746945" y="3886128"/>
            <a:ext cx="1483991" cy="492443"/>
          </a:xfrm>
        </p:spPr>
        <p:txBody>
          <a:bodyPr anchor="ctr" anchorCtr="0">
            <a:spAutoFit/>
          </a:bodyPr>
          <a:lstStyle/>
          <a:p>
            <a:endParaRPr lang="en-GB"/>
          </a:p>
        </p:txBody>
      </p:sp>
      <p:sp>
        <p:nvSpPr>
          <p:cNvPr id="65" name="Kuvan paikkamerkki 14">
            <a:extLst>
              <a:ext uri="{FF2B5EF4-FFF2-40B4-BE49-F238E27FC236}">
                <a16:creationId xmlns:a16="http://schemas.microsoft.com/office/drawing/2014/main" id="{6195D3C4-DD79-8B57-FC92-425963F84556}"/>
              </a:ext>
            </a:extLst>
          </p:cNvPr>
          <p:cNvSpPr>
            <a:spLocks noGrp="1"/>
          </p:cNvSpPr>
          <p:nvPr>
            <p:ph type="pic" sz="quarter" idx="36"/>
          </p:nvPr>
        </p:nvSpPr>
        <p:spPr>
          <a:xfrm>
            <a:off x="5388539" y="3886724"/>
            <a:ext cx="1483991" cy="492443"/>
          </a:xfrm>
        </p:spPr>
        <p:txBody>
          <a:bodyPr anchor="ctr" anchorCtr="0">
            <a:spAutoFit/>
          </a:bodyPr>
          <a:lstStyle/>
          <a:p>
            <a:endParaRPr lang="en-GB"/>
          </a:p>
        </p:txBody>
      </p:sp>
      <p:sp>
        <p:nvSpPr>
          <p:cNvPr id="66" name="Tekstin paikkamerkki 12">
            <a:extLst>
              <a:ext uri="{FF2B5EF4-FFF2-40B4-BE49-F238E27FC236}">
                <a16:creationId xmlns:a16="http://schemas.microsoft.com/office/drawing/2014/main" id="{51321ACC-C922-55B0-4D1D-CC5155DB7322}"/>
              </a:ext>
            </a:extLst>
          </p:cNvPr>
          <p:cNvSpPr>
            <a:spLocks noGrp="1"/>
          </p:cNvSpPr>
          <p:nvPr>
            <p:ph type="body" sz="quarter" idx="37" hasCustomPrompt="1"/>
          </p:nvPr>
        </p:nvSpPr>
        <p:spPr>
          <a:xfrm>
            <a:off x="5393185" y="4474191"/>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67" name="Kuvan paikkamerkki 14">
            <a:extLst>
              <a:ext uri="{FF2B5EF4-FFF2-40B4-BE49-F238E27FC236}">
                <a16:creationId xmlns:a16="http://schemas.microsoft.com/office/drawing/2014/main" id="{6CDEB957-872C-055C-C34E-06DCB4BC1156}"/>
              </a:ext>
            </a:extLst>
          </p:cNvPr>
          <p:cNvSpPr>
            <a:spLocks noGrp="1"/>
          </p:cNvSpPr>
          <p:nvPr>
            <p:ph type="pic" sz="quarter" idx="38"/>
          </p:nvPr>
        </p:nvSpPr>
        <p:spPr>
          <a:xfrm>
            <a:off x="7030133" y="3886724"/>
            <a:ext cx="1483991" cy="492443"/>
          </a:xfrm>
        </p:spPr>
        <p:txBody>
          <a:bodyPr anchor="ctr" anchorCtr="0">
            <a:spAutoFit/>
          </a:bodyPr>
          <a:lstStyle/>
          <a:p>
            <a:endParaRPr lang="en-GB"/>
          </a:p>
        </p:txBody>
      </p:sp>
      <p:sp>
        <p:nvSpPr>
          <p:cNvPr id="68" name="Tekstin paikkamerkki 12">
            <a:extLst>
              <a:ext uri="{FF2B5EF4-FFF2-40B4-BE49-F238E27FC236}">
                <a16:creationId xmlns:a16="http://schemas.microsoft.com/office/drawing/2014/main" id="{4C2FE7CE-E4B9-D8C6-D68A-A613A25861A3}"/>
              </a:ext>
            </a:extLst>
          </p:cNvPr>
          <p:cNvSpPr>
            <a:spLocks noGrp="1"/>
          </p:cNvSpPr>
          <p:nvPr>
            <p:ph type="body" sz="quarter" idx="39" hasCustomPrompt="1"/>
          </p:nvPr>
        </p:nvSpPr>
        <p:spPr>
          <a:xfrm>
            <a:off x="7030132" y="4474191"/>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69" name="Kuvan paikkamerkki 14">
            <a:extLst>
              <a:ext uri="{FF2B5EF4-FFF2-40B4-BE49-F238E27FC236}">
                <a16:creationId xmlns:a16="http://schemas.microsoft.com/office/drawing/2014/main" id="{C666365A-E6A6-899F-EAA8-6CEF3DF2FF1B}"/>
              </a:ext>
            </a:extLst>
          </p:cNvPr>
          <p:cNvSpPr>
            <a:spLocks noGrp="1"/>
          </p:cNvSpPr>
          <p:nvPr>
            <p:ph type="pic" sz="quarter" idx="40"/>
          </p:nvPr>
        </p:nvSpPr>
        <p:spPr>
          <a:xfrm>
            <a:off x="8671727" y="3887320"/>
            <a:ext cx="1483991" cy="492443"/>
          </a:xfrm>
        </p:spPr>
        <p:txBody>
          <a:bodyPr anchor="ctr" anchorCtr="0">
            <a:spAutoFit/>
          </a:bodyPr>
          <a:lstStyle/>
          <a:p>
            <a:endParaRPr lang="en-GB"/>
          </a:p>
        </p:txBody>
      </p:sp>
      <p:sp>
        <p:nvSpPr>
          <p:cNvPr id="70" name="Tekstin paikkamerkki 12">
            <a:extLst>
              <a:ext uri="{FF2B5EF4-FFF2-40B4-BE49-F238E27FC236}">
                <a16:creationId xmlns:a16="http://schemas.microsoft.com/office/drawing/2014/main" id="{F8BD00B6-8F8F-D71E-FFD5-895E91EF9333}"/>
              </a:ext>
            </a:extLst>
          </p:cNvPr>
          <p:cNvSpPr>
            <a:spLocks noGrp="1"/>
          </p:cNvSpPr>
          <p:nvPr>
            <p:ph type="body" sz="quarter" idx="41" hasCustomPrompt="1"/>
          </p:nvPr>
        </p:nvSpPr>
        <p:spPr>
          <a:xfrm>
            <a:off x="10313321" y="4474191"/>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71" name="Kuvan paikkamerkki 14">
            <a:extLst>
              <a:ext uri="{FF2B5EF4-FFF2-40B4-BE49-F238E27FC236}">
                <a16:creationId xmlns:a16="http://schemas.microsoft.com/office/drawing/2014/main" id="{6DDD015C-1CF7-C4AA-174F-2B1E91EC31FD}"/>
              </a:ext>
            </a:extLst>
          </p:cNvPr>
          <p:cNvSpPr>
            <a:spLocks noGrp="1"/>
          </p:cNvSpPr>
          <p:nvPr>
            <p:ph type="pic" sz="quarter" idx="42"/>
          </p:nvPr>
        </p:nvSpPr>
        <p:spPr>
          <a:xfrm>
            <a:off x="10313321" y="3883749"/>
            <a:ext cx="1483991" cy="492443"/>
          </a:xfrm>
        </p:spPr>
        <p:txBody>
          <a:bodyPr anchor="ctr" anchorCtr="0">
            <a:spAutoFit/>
          </a:bodyPr>
          <a:lstStyle/>
          <a:p>
            <a:endParaRPr lang="en-GB"/>
          </a:p>
        </p:txBody>
      </p:sp>
      <p:sp>
        <p:nvSpPr>
          <p:cNvPr id="72" name="Tekstin paikkamerkki 12">
            <a:extLst>
              <a:ext uri="{FF2B5EF4-FFF2-40B4-BE49-F238E27FC236}">
                <a16:creationId xmlns:a16="http://schemas.microsoft.com/office/drawing/2014/main" id="{7D1CB9EE-F86C-88FD-AA31-AC31706C8F45}"/>
              </a:ext>
            </a:extLst>
          </p:cNvPr>
          <p:cNvSpPr>
            <a:spLocks noGrp="1"/>
          </p:cNvSpPr>
          <p:nvPr>
            <p:ph type="body" sz="quarter" idx="43" hasCustomPrompt="1"/>
          </p:nvPr>
        </p:nvSpPr>
        <p:spPr>
          <a:xfrm>
            <a:off x="8676372" y="4474191"/>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73" name="Tekstin paikkamerkki 12">
            <a:extLst>
              <a:ext uri="{FF2B5EF4-FFF2-40B4-BE49-F238E27FC236}">
                <a16:creationId xmlns:a16="http://schemas.microsoft.com/office/drawing/2014/main" id="{436DA198-B8FD-F8E1-3620-5B1E88BBD108}"/>
              </a:ext>
            </a:extLst>
          </p:cNvPr>
          <p:cNvSpPr>
            <a:spLocks noGrp="1"/>
          </p:cNvSpPr>
          <p:nvPr>
            <p:ph type="body" sz="quarter" idx="44" hasCustomPrompt="1"/>
          </p:nvPr>
        </p:nvSpPr>
        <p:spPr>
          <a:xfrm>
            <a:off x="458553" y="5970690"/>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74" name="Kuvan paikkamerkki 14">
            <a:extLst>
              <a:ext uri="{FF2B5EF4-FFF2-40B4-BE49-F238E27FC236}">
                <a16:creationId xmlns:a16="http://schemas.microsoft.com/office/drawing/2014/main" id="{84820ED1-C71D-01A1-AC31-5D71E87183D7}"/>
              </a:ext>
            </a:extLst>
          </p:cNvPr>
          <p:cNvSpPr>
            <a:spLocks noGrp="1"/>
          </p:cNvSpPr>
          <p:nvPr>
            <p:ph type="pic" sz="quarter" idx="45"/>
          </p:nvPr>
        </p:nvSpPr>
        <p:spPr>
          <a:xfrm>
            <a:off x="458553" y="5382031"/>
            <a:ext cx="1483991" cy="492443"/>
          </a:xfrm>
        </p:spPr>
        <p:txBody>
          <a:bodyPr anchor="ctr" anchorCtr="0">
            <a:spAutoFit/>
          </a:bodyPr>
          <a:lstStyle/>
          <a:p>
            <a:endParaRPr lang="en-GB"/>
          </a:p>
        </p:txBody>
      </p:sp>
      <p:sp>
        <p:nvSpPr>
          <p:cNvPr id="75" name="Tekstin paikkamerkki 12">
            <a:extLst>
              <a:ext uri="{FF2B5EF4-FFF2-40B4-BE49-F238E27FC236}">
                <a16:creationId xmlns:a16="http://schemas.microsoft.com/office/drawing/2014/main" id="{5B210135-8353-8AAB-CA90-AAFA6A918612}"/>
              </a:ext>
            </a:extLst>
          </p:cNvPr>
          <p:cNvSpPr>
            <a:spLocks noGrp="1"/>
          </p:cNvSpPr>
          <p:nvPr>
            <p:ph type="body" sz="quarter" idx="46" hasCustomPrompt="1"/>
          </p:nvPr>
        </p:nvSpPr>
        <p:spPr>
          <a:xfrm>
            <a:off x="2104793" y="5970690"/>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76" name="Kuvan paikkamerkki 14">
            <a:extLst>
              <a:ext uri="{FF2B5EF4-FFF2-40B4-BE49-F238E27FC236}">
                <a16:creationId xmlns:a16="http://schemas.microsoft.com/office/drawing/2014/main" id="{25D1AFDF-A5A8-0BAE-342B-86B2DB02639E}"/>
              </a:ext>
            </a:extLst>
          </p:cNvPr>
          <p:cNvSpPr>
            <a:spLocks noGrp="1"/>
          </p:cNvSpPr>
          <p:nvPr>
            <p:ph type="pic" sz="quarter" idx="47"/>
          </p:nvPr>
        </p:nvSpPr>
        <p:spPr>
          <a:xfrm>
            <a:off x="2100147" y="5382627"/>
            <a:ext cx="1483991" cy="492443"/>
          </a:xfrm>
        </p:spPr>
        <p:txBody>
          <a:bodyPr anchor="ctr" anchorCtr="0">
            <a:spAutoFit/>
          </a:bodyPr>
          <a:lstStyle/>
          <a:p>
            <a:endParaRPr lang="en-GB"/>
          </a:p>
        </p:txBody>
      </p:sp>
      <p:sp>
        <p:nvSpPr>
          <p:cNvPr id="77" name="Tekstin paikkamerkki 12">
            <a:extLst>
              <a:ext uri="{FF2B5EF4-FFF2-40B4-BE49-F238E27FC236}">
                <a16:creationId xmlns:a16="http://schemas.microsoft.com/office/drawing/2014/main" id="{2C770C80-BBB1-AFE6-B622-613557CCB03F}"/>
              </a:ext>
            </a:extLst>
          </p:cNvPr>
          <p:cNvSpPr>
            <a:spLocks noGrp="1"/>
          </p:cNvSpPr>
          <p:nvPr>
            <p:ph type="body" sz="quarter" idx="48" hasCustomPrompt="1"/>
          </p:nvPr>
        </p:nvSpPr>
        <p:spPr>
          <a:xfrm>
            <a:off x="3741741" y="5970690"/>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78" name="Kuvan paikkamerkki 14">
            <a:extLst>
              <a:ext uri="{FF2B5EF4-FFF2-40B4-BE49-F238E27FC236}">
                <a16:creationId xmlns:a16="http://schemas.microsoft.com/office/drawing/2014/main" id="{966303FE-E847-825C-99ED-005FAC1B5821}"/>
              </a:ext>
            </a:extLst>
          </p:cNvPr>
          <p:cNvSpPr>
            <a:spLocks noGrp="1"/>
          </p:cNvSpPr>
          <p:nvPr>
            <p:ph type="pic" sz="quarter" idx="49"/>
          </p:nvPr>
        </p:nvSpPr>
        <p:spPr>
          <a:xfrm>
            <a:off x="3741741" y="5382627"/>
            <a:ext cx="1483991" cy="492443"/>
          </a:xfrm>
        </p:spPr>
        <p:txBody>
          <a:bodyPr anchor="ctr" anchorCtr="0">
            <a:spAutoFit/>
          </a:bodyPr>
          <a:lstStyle/>
          <a:p>
            <a:endParaRPr lang="en-GB"/>
          </a:p>
        </p:txBody>
      </p:sp>
      <p:sp>
        <p:nvSpPr>
          <p:cNvPr id="79" name="Kuvan paikkamerkki 14">
            <a:extLst>
              <a:ext uri="{FF2B5EF4-FFF2-40B4-BE49-F238E27FC236}">
                <a16:creationId xmlns:a16="http://schemas.microsoft.com/office/drawing/2014/main" id="{E9CA45D9-2B57-07F0-1980-FBF3392D963C}"/>
              </a:ext>
            </a:extLst>
          </p:cNvPr>
          <p:cNvSpPr>
            <a:spLocks noGrp="1"/>
          </p:cNvSpPr>
          <p:nvPr>
            <p:ph type="pic" sz="quarter" idx="50"/>
          </p:nvPr>
        </p:nvSpPr>
        <p:spPr>
          <a:xfrm>
            <a:off x="5383335" y="5383223"/>
            <a:ext cx="1483991" cy="492443"/>
          </a:xfrm>
        </p:spPr>
        <p:txBody>
          <a:bodyPr anchor="ctr" anchorCtr="0">
            <a:spAutoFit/>
          </a:bodyPr>
          <a:lstStyle/>
          <a:p>
            <a:endParaRPr lang="en-GB"/>
          </a:p>
        </p:txBody>
      </p:sp>
      <p:sp>
        <p:nvSpPr>
          <p:cNvPr id="80" name="Tekstin paikkamerkki 12">
            <a:extLst>
              <a:ext uri="{FF2B5EF4-FFF2-40B4-BE49-F238E27FC236}">
                <a16:creationId xmlns:a16="http://schemas.microsoft.com/office/drawing/2014/main" id="{5CB04849-C1D8-C2C9-2068-BDF93176EE61}"/>
              </a:ext>
            </a:extLst>
          </p:cNvPr>
          <p:cNvSpPr>
            <a:spLocks noGrp="1"/>
          </p:cNvSpPr>
          <p:nvPr>
            <p:ph type="body" sz="quarter" idx="51" hasCustomPrompt="1"/>
          </p:nvPr>
        </p:nvSpPr>
        <p:spPr>
          <a:xfrm>
            <a:off x="5387981" y="5970690"/>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81" name="Kuvan paikkamerkki 14">
            <a:extLst>
              <a:ext uri="{FF2B5EF4-FFF2-40B4-BE49-F238E27FC236}">
                <a16:creationId xmlns:a16="http://schemas.microsoft.com/office/drawing/2014/main" id="{69B5B0D2-C31E-3DD9-82A0-5C93D2D281FB}"/>
              </a:ext>
            </a:extLst>
          </p:cNvPr>
          <p:cNvSpPr>
            <a:spLocks noGrp="1"/>
          </p:cNvSpPr>
          <p:nvPr>
            <p:ph type="pic" sz="quarter" idx="52"/>
          </p:nvPr>
        </p:nvSpPr>
        <p:spPr>
          <a:xfrm>
            <a:off x="7024929" y="5383223"/>
            <a:ext cx="1483991" cy="492443"/>
          </a:xfrm>
        </p:spPr>
        <p:txBody>
          <a:bodyPr anchor="ctr" anchorCtr="0">
            <a:spAutoFit/>
          </a:bodyPr>
          <a:lstStyle/>
          <a:p>
            <a:endParaRPr lang="en-GB"/>
          </a:p>
        </p:txBody>
      </p:sp>
      <p:sp>
        <p:nvSpPr>
          <p:cNvPr id="82" name="Tekstin paikkamerkki 12">
            <a:extLst>
              <a:ext uri="{FF2B5EF4-FFF2-40B4-BE49-F238E27FC236}">
                <a16:creationId xmlns:a16="http://schemas.microsoft.com/office/drawing/2014/main" id="{A34F32F7-F676-6B37-AA85-E30B15F2F927}"/>
              </a:ext>
            </a:extLst>
          </p:cNvPr>
          <p:cNvSpPr>
            <a:spLocks noGrp="1"/>
          </p:cNvSpPr>
          <p:nvPr>
            <p:ph type="body" sz="quarter" idx="53" hasCustomPrompt="1"/>
          </p:nvPr>
        </p:nvSpPr>
        <p:spPr>
          <a:xfrm>
            <a:off x="7024928" y="5970690"/>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83" name="Kuvan paikkamerkki 14">
            <a:extLst>
              <a:ext uri="{FF2B5EF4-FFF2-40B4-BE49-F238E27FC236}">
                <a16:creationId xmlns:a16="http://schemas.microsoft.com/office/drawing/2014/main" id="{FC9B7468-EADF-91AC-92CE-073A010A8AB9}"/>
              </a:ext>
            </a:extLst>
          </p:cNvPr>
          <p:cNvSpPr>
            <a:spLocks noGrp="1"/>
          </p:cNvSpPr>
          <p:nvPr>
            <p:ph type="pic" sz="quarter" idx="54"/>
          </p:nvPr>
        </p:nvSpPr>
        <p:spPr>
          <a:xfrm>
            <a:off x="8666523" y="5383819"/>
            <a:ext cx="1483991" cy="492443"/>
          </a:xfrm>
        </p:spPr>
        <p:txBody>
          <a:bodyPr anchor="ctr" anchorCtr="0">
            <a:spAutoFit/>
          </a:bodyPr>
          <a:lstStyle/>
          <a:p>
            <a:endParaRPr lang="en-GB"/>
          </a:p>
        </p:txBody>
      </p:sp>
      <p:sp>
        <p:nvSpPr>
          <p:cNvPr id="84" name="Tekstin paikkamerkki 12">
            <a:extLst>
              <a:ext uri="{FF2B5EF4-FFF2-40B4-BE49-F238E27FC236}">
                <a16:creationId xmlns:a16="http://schemas.microsoft.com/office/drawing/2014/main" id="{3BF2A57A-4179-EBE5-CB9B-06E136DA8CD2}"/>
              </a:ext>
            </a:extLst>
          </p:cNvPr>
          <p:cNvSpPr>
            <a:spLocks noGrp="1"/>
          </p:cNvSpPr>
          <p:nvPr>
            <p:ph type="body" sz="quarter" idx="55" hasCustomPrompt="1"/>
          </p:nvPr>
        </p:nvSpPr>
        <p:spPr>
          <a:xfrm>
            <a:off x="10308117" y="5970690"/>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85" name="Kuvan paikkamerkki 14">
            <a:extLst>
              <a:ext uri="{FF2B5EF4-FFF2-40B4-BE49-F238E27FC236}">
                <a16:creationId xmlns:a16="http://schemas.microsoft.com/office/drawing/2014/main" id="{DC377DA8-D047-9709-D879-212C4316DF59}"/>
              </a:ext>
            </a:extLst>
          </p:cNvPr>
          <p:cNvSpPr>
            <a:spLocks noGrp="1"/>
          </p:cNvSpPr>
          <p:nvPr>
            <p:ph type="pic" sz="quarter" idx="56"/>
          </p:nvPr>
        </p:nvSpPr>
        <p:spPr>
          <a:xfrm>
            <a:off x="10308117" y="5380248"/>
            <a:ext cx="1483991" cy="492443"/>
          </a:xfrm>
        </p:spPr>
        <p:txBody>
          <a:bodyPr anchor="ctr" anchorCtr="0">
            <a:spAutoFit/>
          </a:bodyPr>
          <a:lstStyle/>
          <a:p>
            <a:endParaRPr lang="en-GB"/>
          </a:p>
        </p:txBody>
      </p:sp>
      <p:sp>
        <p:nvSpPr>
          <p:cNvPr id="86" name="Tekstin paikkamerkki 12">
            <a:extLst>
              <a:ext uri="{FF2B5EF4-FFF2-40B4-BE49-F238E27FC236}">
                <a16:creationId xmlns:a16="http://schemas.microsoft.com/office/drawing/2014/main" id="{A402FA52-1F70-C887-9FEF-7BFD44297AAB}"/>
              </a:ext>
            </a:extLst>
          </p:cNvPr>
          <p:cNvSpPr>
            <a:spLocks noGrp="1"/>
          </p:cNvSpPr>
          <p:nvPr>
            <p:ph type="body" sz="quarter" idx="57" hasCustomPrompt="1"/>
          </p:nvPr>
        </p:nvSpPr>
        <p:spPr>
          <a:xfrm>
            <a:off x="8671168" y="5970690"/>
            <a:ext cx="1483991" cy="598231"/>
          </a:xfrm>
        </p:spPr>
        <p:txBody>
          <a:bodyPr>
            <a:normAutofit/>
          </a:bodyPr>
          <a:lstStyle>
            <a:lvl1pPr marL="0" indent="0" algn="ctr">
              <a:buNone/>
              <a:defRPr sz="900">
                <a:solidFill>
                  <a:schemeClr val="bg1"/>
                </a:solidFill>
              </a:defRPr>
            </a:lvl1pPr>
          </a:lstStyle>
          <a:p>
            <a:pPr lvl="0"/>
            <a:r>
              <a:rPr lang="en-US"/>
              <a:t>Click to edit</a:t>
            </a:r>
            <a:endParaRPr lang="en-GB"/>
          </a:p>
        </p:txBody>
      </p:sp>
      <p:sp>
        <p:nvSpPr>
          <p:cNvPr id="3" name="Dian numeron paikkamerkki 2">
            <a:extLst>
              <a:ext uri="{FF2B5EF4-FFF2-40B4-BE49-F238E27FC236}">
                <a16:creationId xmlns:a16="http://schemas.microsoft.com/office/drawing/2014/main" id="{77B408C5-7DCE-A743-72BB-9555CBCB0FB6}"/>
              </a:ext>
            </a:extLst>
          </p:cNvPr>
          <p:cNvSpPr>
            <a:spLocks noGrp="1"/>
          </p:cNvSpPr>
          <p:nvPr>
            <p:ph type="sldNum" sz="quarter" idx="58"/>
          </p:nvPr>
        </p:nvSpPr>
        <p:spPr>
          <a:xfrm>
            <a:off x="87491" y="6563311"/>
            <a:ext cx="464127" cy="176067"/>
          </a:xfrm>
        </p:spPr>
        <p:txBody>
          <a:bodyPr/>
          <a:lstStyle>
            <a:lvl1pPr>
              <a:defRPr>
                <a:solidFill>
                  <a:schemeClr val="bg1"/>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3286501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8"/>
            <a:ext cx="5943600" cy="1143000"/>
          </a:xfrm>
        </p:spPr>
        <p:txBody>
          <a:bodyPr/>
          <a:lstStyle>
            <a:lvl1pPr>
              <a:defRPr>
                <a:solidFill>
                  <a:schemeClr val="bg1"/>
                </a:solidFill>
              </a:defRPr>
            </a:lvl1pPr>
          </a:lstStyle>
          <a:p>
            <a:r>
              <a:rPr lang="en-US"/>
              <a:t>Click to add headline</a:t>
            </a:r>
          </a:p>
        </p:txBody>
      </p:sp>
      <p:sp>
        <p:nvSpPr>
          <p:cNvPr id="3" name="Content Placeholder 2"/>
          <p:cNvSpPr>
            <a:spLocks noGrp="1"/>
          </p:cNvSpPr>
          <p:nvPr>
            <p:ph idx="1" hasCustomPrompt="1"/>
          </p:nvPr>
        </p:nvSpPr>
        <p:spPr>
          <a:xfrm>
            <a:off x="609600" y="1600202"/>
            <a:ext cx="5943600" cy="4204854"/>
          </a:xfrm>
        </p:spPr>
        <p:txBody>
          <a:bodyPr/>
          <a:lstStyle>
            <a:lvl1pPr marL="0" indent="0">
              <a:buNone/>
              <a:defRPr sz="1800">
                <a:solidFill>
                  <a:schemeClr val="tx1"/>
                </a:solidFill>
              </a:defRPr>
            </a:lvl1pPr>
            <a:lvl2pPr marL="457200" indent="0">
              <a:buNone/>
              <a:defRPr sz="1700">
                <a:solidFill>
                  <a:schemeClr val="tx1"/>
                </a:solidFill>
              </a:defRPr>
            </a:lvl2pPr>
            <a:lvl3pPr marL="914400" indent="0">
              <a:buNone/>
              <a:defRPr sz="1600">
                <a:solidFill>
                  <a:schemeClr val="tx1"/>
                </a:solidFill>
              </a:defRPr>
            </a:lvl3pPr>
            <a:lvl4pPr marL="1371600" indent="0">
              <a:buNone/>
              <a:defRPr sz="1500">
                <a:solidFill>
                  <a:schemeClr val="tx1"/>
                </a:solidFill>
              </a:defRPr>
            </a:lvl4pPr>
            <a:lvl5pPr marL="1828800" indent="0">
              <a:buNone/>
              <a:defRPr sz="140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pic>
        <p:nvPicPr>
          <p:cNvPr id="12" name="Kuva 11">
            <a:extLst>
              <a:ext uri="{FF2B5EF4-FFF2-40B4-BE49-F238E27FC236}">
                <a16:creationId xmlns:a16="http://schemas.microsoft.com/office/drawing/2014/main" id="{99348B96-1014-556E-760B-FAA66DEA03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31732" y="6052857"/>
            <a:ext cx="1563288" cy="726058"/>
          </a:xfrm>
          <a:prstGeom prst="rect">
            <a:avLst/>
          </a:prstGeom>
        </p:spPr>
      </p:pic>
      <p:sp>
        <p:nvSpPr>
          <p:cNvPr id="7" name="Dian numeron paikkamerkki 6">
            <a:extLst>
              <a:ext uri="{FF2B5EF4-FFF2-40B4-BE49-F238E27FC236}">
                <a16:creationId xmlns:a16="http://schemas.microsoft.com/office/drawing/2014/main" id="{4F0DCCF0-691B-A279-E3A1-33218A3267A8}"/>
              </a:ext>
            </a:extLst>
          </p:cNvPr>
          <p:cNvSpPr>
            <a:spLocks noGrp="1"/>
          </p:cNvSpPr>
          <p:nvPr>
            <p:ph type="sldNum" sz="quarter" idx="10"/>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385493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638"/>
            <a:ext cx="8125326" cy="1143000"/>
          </a:xfrm>
        </p:spPr>
        <p:txBody>
          <a:bodyPr/>
          <a:lstStyle/>
          <a:p>
            <a:r>
              <a:rPr lang="en-US"/>
              <a:t>Click to add headline</a:t>
            </a:r>
          </a:p>
        </p:txBody>
      </p:sp>
      <p:sp>
        <p:nvSpPr>
          <p:cNvPr id="3" name="Content Placeholder 2"/>
          <p:cNvSpPr>
            <a:spLocks noGrp="1"/>
          </p:cNvSpPr>
          <p:nvPr>
            <p:ph idx="1" hasCustomPrompt="1"/>
          </p:nvPr>
        </p:nvSpPr>
        <p:spPr>
          <a:xfrm>
            <a:off x="609600" y="1600202"/>
            <a:ext cx="8125326" cy="4204854"/>
          </a:xfrm>
        </p:spPr>
        <p:txBody>
          <a:bodyPr/>
          <a:lstStyle>
            <a:lvl1pPr marL="0" indent="0">
              <a:buNone/>
              <a:defRPr sz="1800"/>
            </a:lvl1pPr>
            <a:lvl2pPr marL="457200" indent="0">
              <a:buNone/>
              <a:defRPr sz="1700"/>
            </a:lvl2pPr>
            <a:lvl3pPr marL="914400" indent="0">
              <a:buNone/>
              <a:defRPr sz="1600"/>
            </a:lvl3pPr>
            <a:lvl4pPr marL="1371600" indent="0">
              <a:buNone/>
              <a:defRPr sz="1500"/>
            </a:lvl4pPr>
            <a:lvl5pPr marL="1828800" indent="0">
              <a:buNone/>
              <a:defRPr sz="1400"/>
            </a:lvl5pPr>
          </a:lstStyle>
          <a:p>
            <a:pPr lvl="0"/>
            <a:r>
              <a:rPr lang="fi-FI" err="1"/>
              <a:t>Click</a:t>
            </a:r>
            <a:r>
              <a:rPr lang="fi-FI"/>
              <a:t> to </a:t>
            </a:r>
            <a:r>
              <a:rPr lang="fi-FI" err="1"/>
              <a:t>add</a:t>
            </a:r>
            <a:r>
              <a:rPr lang="fi-FI"/>
              <a:t> </a:t>
            </a:r>
            <a:r>
              <a:rPr lang="fi-FI" err="1"/>
              <a:t>text</a:t>
            </a:r>
            <a:endParaRPr lang="fi-FI"/>
          </a:p>
          <a:p>
            <a:pPr lvl="1"/>
            <a:r>
              <a:rPr lang="en-US"/>
              <a:t>Second level</a:t>
            </a:r>
          </a:p>
          <a:p>
            <a:pPr lvl="2"/>
            <a:r>
              <a:rPr lang="en-US"/>
              <a:t>Third level</a:t>
            </a:r>
          </a:p>
          <a:p>
            <a:pPr lvl="3"/>
            <a:r>
              <a:rPr lang="en-US"/>
              <a:t>Fourth level</a:t>
            </a:r>
          </a:p>
          <a:p>
            <a:pPr lvl="4"/>
            <a:r>
              <a:rPr lang="en-US"/>
              <a:t>Fifth level</a:t>
            </a:r>
          </a:p>
        </p:txBody>
      </p:sp>
      <p:sp>
        <p:nvSpPr>
          <p:cNvPr id="8" name="Kuvan paikkamerkki 2">
            <a:extLst>
              <a:ext uri="{FF2B5EF4-FFF2-40B4-BE49-F238E27FC236}">
                <a16:creationId xmlns:a16="http://schemas.microsoft.com/office/drawing/2014/main" id="{1F9E8AE6-8AC0-CD4A-3793-F0FB74A0A1AE}"/>
              </a:ext>
            </a:extLst>
          </p:cNvPr>
          <p:cNvSpPr>
            <a:spLocks noGrp="1"/>
          </p:cNvSpPr>
          <p:nvPr>
            <p:ph type="pic" idx="18"/>
          </p:nvPr>
        </p:nvSpPr>
        <p:spPr>
          <a:xfrm>
            <a:off x="9047747" y="274638"/>
            <a:ext cx="2856451" cy="6308291"/>
          </a:xfrm>
          <a:prstGeom prst="roundRect">
            <a:avLst>
              <a:gd name="adj" fmla="val 0"/>
            </a:avLst>
          </a:prstGeom>
          <a:solidFill>
            <a:schemeClr val="bg1">
              <a:lumMod val="85000"/>
            </a:schemeClr>
          </a:solidFill>
        </p:spPr>
        <p:txBody>
          <a:bodyPr anchor="ctr" anchorCtr="0">
            <a:normAutofit/>
          </a:bodyPr>
          <a:lstStyle>
            <a:lvl1pPr marL="0" indent="0" algn="ctr">
              <a:buNone/>
              <a:defRPr sz="1500" b="0" i="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the icon to insert a picture
</a:t>
            </a:r>
            <a:endParaRPr lang="fi-FI"/>
          </a:p>
        </p:txBody>
      </p:sp>
      <p:sp>
        <p:nvSpPr>
          <p:cNvPr id="7" name="Dian numeron paikkamerkki 6">
            <a:extLst>
              <a:ext uri="{FF2B5EF4-FFF2-40B4-BE49-F238E27FC236}">
                <a16:creationId xmlns:a16="http://schemas.microsoft.com/office/drawing/2014/main" id="{7E032AEF-CD64-8778-19F0-8020BFED4F62}"/>
              </a:ext>
            </a:extLst>
          </p:cNvPr>
          <p:cNvSpPr>
            <a:spLocks noGrp="1"/>
          </p:cNvSpPr>
          <p:nvPr>
            <p:ph type="sldNum" sz="quarter" idx="19"/>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3068088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pic>
        <p:nvPicPr>
          <p:cNvPr id="7" name="Kuva 6">
            <a:extLst>
              <a:ext uri="{FF2B5EF4-FFF2-40B4-BE49-F238E27FC236}">
                <a16:creationId xmlns:a16="http://schemas.microsoft.com/office/drawing/2014/main" id="{CBEC6369-9655-9EB4-D263-A64EF36A2EA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609600" y="274638"/>
            <a:ext cx="8125326" cy="1143000"/>
          </a:xfrm>
        </p:spPr>
        <p:txBody>
          <a:bodyPr/>
          <a:lstStyle/>
          <a:p>
            <a:r>
              <a:rPr lang="en-US"/>
              <a:t>Click to add headline</a:t>
            </a:r>
          </a:p>
        </p:txBody>
      </p:sp>
      <p:sp>
        <p:nvSpPr>
          <p:cNvPr id="8" name="Dian numeron paikkamerkki 7">
            <a:extLst>
              <a:ext uri="{FF2B5EF4-FFF2-40B4-BE49-F238E27FC236}">
                <a16:creationId xmlns:a16="http://schemas.microsoft.com/office/drawing/2014/main" id="{5911042C-A1F5-F9BF-4671-DE6C59C886CE}"/>
              </a:ext>
            </a:extLst>
          </p:cNvPr>
          <p:cNvSpPr>
            <a:spLocks noGrp="1"/>
          </p:cNvSpPr>
          <p:nvPr>
            <p:ph type="sldNum" sz="quarter" idx="10"/>
          </p:nvPr>
        </p:nvSpPr>
        <p:spPr/>
        <p:txBody>
          <a:bodyPr/>
          <a:lstStyle/>
          <a:p>
            <a:fld id="{C1FF6DA9-008F-8B48-92A6-B652298478BF}" type="slidenum">
              <a:rPr lang="en-US" smtClean="0"/>
              <a:pPr/>
              <a:t>‹#›</a:t>
            </a:fld>
            <a:endParaRPr lang="en-US"/>
          </a:p>
        </p:txBody>
      </p:sp>
      <p:sp>
        <p:nvSpPr>
          <p:cNvPr id="4" name="Content Placeholder 2">
            <a:extLst>
              <a:ext uri="{FF2B5EF4-FFF2-40B4-BE49-F238E27FC236}">
                <a16:creationId xmlns:a16="http://schemas.microsoft.com/office/drawing/2014/main" id="{3DA65767-84AA-9D1D-5844-09EA65894914}"/>
              </a:ext>
            </a:extLst>
          </p:cNvPr>
          <p:cNvSpPr>
            <a:spLocks noGrp="1"/>
          </p:cNvSpPr>
          <p:nvPr>
            <p:ph idx="1" hasCustomPrompt="1"/>
          </p:nvPr>
        </p:nvSpPr>
        <p:spPr>
          <a:xfrm>
            <a:off x="609600" y="1600202"/>
            <a:ext cx="8125326" cy="4204854"/>
          </a:xfrm>
        </p:spPr>
        <p:txBody>
          <a:bodyPr/>
          <a:lstStyle>
            <a:lvl1pPr marL="0" indent="0">
              <a:buNone/>
              <a:defRPr sz="1800"/>
            </a:lvl1pPr>
            <a:lvl2pPr marL="457200" indent="0">
              <a:buNone/>
              <a:defRPr sz="1700"/>
            </a:lvl2pPr>
            <a:lvl3pPr marL="914400" indent="0">
              <a:buNone/>
              <a:defRPr sz="1600"/>
            </a:lvl3pPr>
            <a:lvl4pPr marL="1371600" indent="0">
              <a:buNone/>
              <a:defRPr sz="1500"/>
            </a:lvl4pPr>
            <a:lvl5pPr marL="1828800" indent="0">
              <a:buNone/>
              <a:defRPr sz="1400"/>
            </a:lvl5pPr>
          </a:lstStyle>
          <a:p>
            <a:pPr lvl="0"/>
            <a:r>
              <a:rPr lang="fi-FI" err="1"/>
              <a:t>Click</a:t>
            </a:r>
            <a:r>
              <a:rPr lang="fi-FI"/>
              <a:t> to </a:t>
            </a:r>
            <a:r>
              <a:rPr lang="fi-FI" err="1"/>
              <a:t>add</a:t>
            </a:r>
            <a:r>
              <a:rPr lang="fi-FI"/>
              <a:t> </a:t>
            </a:r>
            <a:r>
              <a:rPr lang="fi-FI" err="1"/>
              <a:t>text</a:t>
            </a:r>
            <a:endParaRPr lang="fi-FI"/>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81671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9" name="Kuva 8">
            <a:extLst>
              <a:ext uri="{FF2B5EF4-FFF2-40B4-BE49-F238E27FC236}">
                <a16:creationId xmlns:a16="http://schemas.microsoft.com/office/drawing/2014/main" id="{B0F0A86F-49E4-3BE4-B508-44981B54F3A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p:txBody>
          <a:bodyPr/>
          <a:lstStyle/>
          <a:p>
            <a:r>
              <a:rPr lang="en-US"/>
              <a:t>Click to add headline</a:t>
            </a:r>
          </a:p>
        </p:txBody>
      </p:sp>
      <p:pic>
        <p:nvPicPr>
          <p:cNvPr id="7" name="Kuva 6">
            <a:extLst>
              <a:ext uri="{FF2B5EF4-FFF2-40B4-BE49-F238E27FC236}">
                <a16:creationId xmlns:a16="http://schemas.microsoft.com/office/drawing/2014/main" id="{D0F74125-2BB0-7370-96AE-EC4CDC47C77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3" y="6052858"/>
            <a:ext cx="1563287" cy="726057"/>
          </a:xfrm>
          <a:prstGeom prst="rect">
            <a:avLst/>
          </a:prstGeom>
        </p:spPr>
      </p:pic>
      <p:sp>
        <p:nvSpPr>
          <p:cNvPr id="8" name="Dian numeron paikkamerkki 7">
            <a:extLst>
              <a:ext uri="{FF2B5EF4-FFF2-40B4-BE49-F238E27FC236}">
                <a16:creationId xmlns:a16="http://schemas.microsoft.com/office/drawing/2014/main" id="{B49FBD56-DBD2-8F15-3933-9CBF54CB4BD2}"/>
              </a:ext>
            </a:extLst>
          </p:cNvPr>
          <p:cNvSpPr>
            <a:spLocks noGrp="1"/>
          </p:cNvSpPr>
          <p:nvPr>
            <p:ph type="sldNum" sz="quarter" idx="10"/>
          </p:nvPr>
        </p:nvSpPr>
        <p:spPr/>
        <p:txBody>
          <a:bodyPr/>
          <a:lstStyle/>
          <a:p>
            <a:fld id="{C1FF6DA9-008F-8B48-92A6-B652298478BF}" type="slidenum">
              <a:rPr lang="en-US" smtClean="0"/>
              <a:pPr/>
              <a:t>‹#›</a:t>
            </a:fld>
            <a:endParaRPr lang="en-US"/>
          </a:p>
        </p:txBody>
      </p:sp>
      <p:sp>
        <p:nvSpPr>
          <p:cNvPr id="4" name="Content Placeholder 2">
            <a:extLst>
              <a:ext uri="{FF2B5EF4-FFF2-40B4-BE49-F238E27FC236}">
                <a16:creationId xmlns:a16="http://schemas.microsoft.com/office/drawing/2014/main" id="{6BDC0B2D-C655-37B4-B66B-DF5D847D364C}"/>
              </a:ext>
            </a:extLst>
          </p:cNvPr>
          <p:cNvSpPr>
            <a:spLocks noGrp="1"/>
          </p:cNvSpPr>
          <p:nvPr>
            <p:ph idx="1" hasCustomPrompt="1"/>
          </p:nvPr>
        </p:nvSpPr>
        <p:spPr>
          <a:xfrm>
            <a:off x="609600" y="1600202"/>
            <a:ext cx="8125326" cy="4204854"/>
          </a:xfrm>
        </p:spPr>
        <p:txBody>
          <a:bodyPr/>
          <a:lstStyle>
            <a:lvl1pPr marL="0" indent="0">
              <a:buNone/>
              <a:defRPr sz="1800"/>
            </a:lvl1pPr>
            <a:lvl2pPr marL="457200" indent="0">
              <a:buNone/>
              <a:defRPr sz="1700"/>
            </a:lvl2pPr>
            <a:lvl3pPr marL="914400" indent="0">
              <a:buNone/>
              <a:defRPr sz="1600"/>
            </a:lvl3pPr>
            <a:lvl4pPr marL="1371600" indent="0">
              <a:buNone/>
              <a:defRPr sz="1500"/>
            </a:lvl4pPr>
            <a:lvl5pPr marL="1828800" indent="0">
              <a:buNone/>
              <a:defRPr sz="1400"/>
            </a:lvl5pPr>
          </a:lstStyle>
          <a:p>
            <a:pPr lvl="0"/>
            <a:r>
              <a:rPr lang="fi-FI" err="1"/>
              <a:t>Click</a:t>
            </a:r>
            <a:r>
              <a:rPr lang="fi-FI"/>
              <a:t> to </a:t>
            </a:r>
            <a:r>
              <a:rPr lang="fi-FI" err="1"/>
              <a:t>add</a:t>
            </a:r>
            <a:r>
              <a:rPr lang="fi-FI"/>
              <a:t> </a:t>
            </a:r>
            <a:r>
              <a:rPr lang="fi-FI" err="1"/>
              <a:t>text</a:t>
            </a:r>
            <a:endParaRPr lang="fi-FI"/>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8815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3302001"/>
            <a:ext cx="10363200" cy="1362075"/>
          </a:xfrm>
        </p:spPr>
        <p:txBody>
          <a:bodyPr anchor="t"/>
          <a:lstStyle>
            <a:lvl1pPr algn="ctr">
              <a:defRPr sz="4000" b="1" cap="all"/>
            </a:lvl1pPr>
          </a:lstStyle>
          <a:p>
            <a:r>
              <a:rPr lang="en-US"/>
              <a:t>Click to add headline</a:t>
            </a:r>
          </a:p>
        </p:txBody>
      </p:sp>
      <p:sp>
        <p:nvSpPr>
          <p:cNvPr id="3" name="Text Placeholder 2"/>
          <p:cNvSpPr>
            <a:spLocks noGrp="1"/>
          </p:cNvSpPr>
          <p:nvPr>
            <p:ph type="body" idx="1"/>
          </p:nvPr>
        </p:nvSpPr>
        <p:spPr>
          <a:xfrm>
            <a:off x="963084" y="1801813"/>
            <a:ext cx="10363200" cy="1500187"/>
          </a:xfrm>
        </p:spPr>
        <p:txBody>
          <a:bodyPr anchor="b"/>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7" name="Kuva 6">
            <a:extLst>
              <a:ext uri="{FF2B5EF4-FFF2-40B4-BE49-F238E27FC236}">
                <a16:creationId xmlns:a16="http://schemas.microsoft.com/office/drawing/2014/main" id="{ACF1BE98-E007-1BAF-F63C-4EB5EB55AEE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31733" y="6052858"/>
            <a:ext cx="1563287" cy="726057"/>
          </a:xfrm>
          <a:prstGeom prst="rect">
            <a:avLst/>
          </a:prstGeom>
        </p:spPr>
      </p:pic>
      <p:pic>
        <p:nvPicPr>
          <p:cNvPr id="9" name="Kuva 8">
            <a:extLst>
              <a:ext uri="{FF2B5EF4-FFF2-40B4-BE49-F238E27FC236}">
                <a16:creationId xmlns:a16="http://schemas.microsoft.com/office/drawing/2014/main" id="{A2A6F83C-BD80-C864-17B4-D0D9291156C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503139" y="998336"/>
            <a:ext cx="4861328" cy="4861328"/>
          </a:xfrm>
          <a:prstGeom prst="rect">
            <a:avLst/>
          </a:prstGeom>
        </p:spPr>
      </p:pic>
      <p:pic>
        <p:nvPicPr>
          <p:cNvPr id="10" name="Kuva 9">
            <a:extLst>
              <a:ext uri="{FF2B5EF4-FFF2-40B4-BE49-F238E27FC236}">
                <a16:creationId xmlns:a16="http://schemas.microsoft.com/office/drawing/2014/main" id="{AF6DA1FB-8243-3812-88CB-039B703241A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377989" y="1359752"/>
            <a:ext cx="3605512" cy="3781261"/>
          </a:xfrm>
          <a:prstGeom prst="rect">
            <a:avLst/>
          </a:prstGeom>
        </p:spPr>
      </p:pic>
    </p:spTree>
    <p:extLst>
      <p:ext uri="{BB962C8B-B14F-4D97-AF65-F5344CB8AC3E}">
        <p14:creationId xmlns:p14="http://schemas.microsoft.com/office/powerpoint/2010/main" val="17580173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8_Section Header">
    <p:bg>
      <p:bgPr>
        <a:solidFill>
          <a:schemeClr val="accent1"/>
        </a:solidFill>
        <a:effectLst/>
      </p:bgPr>
    </p:bg>
    <p:spTree>
      <p:nvGrpSpPr>
        <p:cNvPr id="1" name=""/>
        <p:cNvGrpSpPr/>
        <p:nvPr/>
      </p:nvGrpSpPr>
      <p:grpSpPr>
        <a:xfrm>
          <a:off x="0" y="0"/>
          <a:ext cx="0" cy="0"/>
          <a:chOff x="0" y="0"/>
          <a:chExt cx="0" cy="0"/>
        </a:xfrm>
      </p:grpSpPr>
      <p:pic>
        <p:nvPicPr>
          <p:cNvPr id="15" name="Kuva 14" descr="Kuva, joka sisältää kohteen Ihmisen kasvot, henkilö, taivas, vaate&#10;&#10;Tekoälyn generoima sisältö voi olla virheellistä.">
            <a:extLst>
              <a:ext uri="{FF2B5EF4-FFF2-40B4-BE49-F238E27FC236}">
                <a16:creationId xmlns:a16="http://schemas.microsoft.com/office/drawing/2014/main" id="{3ECBB4B3-DE47-0811-A043-F67BF128A34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1"/>
          </a:xfrm>
          <a:prstGeom prst="rect">
            <a:avLst/>
          </a:prstGeom>
        </p:spPr>
      </p:pic>
      <p:sp>
        <p:nvSpPr>
          <p:cNvPr id="2" name="Title 1"/>
          <p:cNvSpPr>
            <a:spLocks noGrp="1"/>
          </p:cNvSpPr>
          <p:nvPr>
            <p:ph type="title" hasCustomPrompt="1"/>
          </p:nvPr>
        </p:nvSpPr>
        <p:spPr>
          <a:xfrm>
            <a:off x="963084" y="3429000"/>
            <a:ext cx="5132916" cy="1362075"/>
          </a:xfrm>
        </p:spPr>
        <p:txBody>
          <a:bodyPr anchor="t"/>
          <a:lstStyle>
            <a:lvl1pPr algn="l">
              <a:defRPr sz="4000" b="1" cap="all">
                <a:solidFill>
                  <a:schemeClr val="bg1"/>
                </a:solidFill>
              </a:defRPr>
            </a:lvl1pPr>
          </a:lstStyle>
          <a:p>
            <a:r>
              <a:rPr lang="en-US"/>
              <a:t>Click to add headline</a:t>
            </a:r>
          </a:p>
        </p:txBody>
      </p:sp>
      <p:sp>
        <p:nvSpPr>
          <p:cNvPr id="3" name="Text Placeholder 2"/>
          <p:cNvSpPr>
            <a:spLocks noGrp="1"/>
          </p:cNvSpPr>
          <p:nvPr>
            <p:ph type="body" idx="1"/>
          </p:nvPr>
        </p:nvSpPr>
        <p:spPr>
          <a:xfrm>
            <a:off x="963084" y="1928812"/>
            <a:ext cx="5132916" cy="1500187"/>
          </a:xfrm>
        </p:spPr>
        <p:txBody>
          <a:bodyPr anchor="b"/>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7" name="Kuva 6">
            <a:extLst>
              <a:ext uri="{FF2B5EF4-FFF2-40B4-BE49-F238E27FC236}">
                <a16:creationId xmlns:a16="http://schemas.microsoft.com/office/drawing/2014/main" id="{ACF1BE98-E007-1BAF-F63C-4EB5EB55AEE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3" y="6052858"/>
            <a:ext cx="1563287" cy="726057"/>
          </a:xfrm>
          <a:prstGeom prst="rect">
            <a:avLst/>
          </a:prstGeom>
        </p:spPr>
      </p:pic>
    </p:spTree>
    <p:extLst>
      <p:ext uri="{BB962C8B-B14F-4D97-AF65-F5344CB8AC3E}">
        <p14:creationId xmlns:p14="http://schemas.microsoft.com/office/powerpoint/2010/main" val="14109623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6_Section Header">
    <p:spTree>
      <p:nvGrpSpPr>
        <p:cNvPr id="1" name=""/>
        <p:cNvGrpSpPr/>
        <p:nvPr/>
      </p:nvGrpSpPr>
      <p:grpSpPr>
        <a:xfrm>
          <a:off x="0" y="0"/>
          <a:ext cx="0" cy="0"/>
          <a:chOff x="0" y="0"/>
          <a:chExt cx="0" cy="0"/>
        </a:xfrm>
      </p:grpSpPr>
      <p:pic>
        <p:nvPicPr>
          <p:cNvPr id="8" name="Kuva 7">
            <a:extLst>
              <a:ext uri="{FF2B5EF4-FFF2-40B4-BE49-F238E27FC236}">
                <a16:creationId xmlns:a16="http://schemas.microsoft.com/office/drawing/2014/main" id="{455A36D9-2063-03BD-04DF-64EA4C148E2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243138" y="-489887"/>
            <a:ext cx="8150428" cy="7415723"/>
          </a:xfrm>
          <a:prstGeom prst="rect">
            <a:avLst/>
          </a:prstGeom>
        </p:spPr>
      </p:pic>
      <p:sp>
        <p:nvSpPr>
          <p:cNvPr id="2" name="Title 1"/>
          <p:cNvSpPr>
            <a:spLocks noGrp="1"/>
          </p:cNvSpPr>
          <p:nvPr>
            <p:ph type="title" hasCustomPrompt="1"/>
          </p:nvPr>
        </p:nvSpPr>
        <p:spPr>
          <a:xfrm>
            <a:off x="963084" y="4406901"/>
            <a:ext cx="10363200" cy="1362075"/>
          </a:xfrm>
        </p:spPr>
        <p:txBody>
          <a:bodyPr anchor="t"/>
          <a:lstStyle>
            <a:lvl1pPr algn="l">
              <a:defRPr sz="4000" b="1" cap="all"/>
            </a:lvl1pPr>
          </a:lstStyle>
          <a:p>
            <a:r>
              <a:rPr lang="en-US"/>
              <a:t>Click to add headline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7" name="Kuva 6">
            <a:extLst>
              <a:ext uri="{FF2B5EF4-FFF2-40B4-BE49-F238E27FC236}">
                <a16:creationId xmlns:a16="http://schemas.microsoft.com/office/drawing/2014/main" id="{ACF1BE98-E007-1BAF-F63C-4EB5EB55AEE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3" y="6052858"/>
            <a:ext cx="1563287" cy="726057"/>
          </a:xfrm>
          <a:prstGeom prst="rect">
            <a:avLst/>
          </a:prstGeom>
        </p:spPr>
      </p:pic>
    </p:spTree>
    <p:extLst>
      <p:ext uri="{BB962C8B-B14F-4D97-AF65-F5344CB8AC3E}">
        <p14:creationId xmlns:p14="http://schemas.microsoft.com/office/powerpoint/2010/main" val="31571104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5_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3429001"/>
            <a:ext cx="5132916" cy="1362075"/>
          </a:xfrm>
        </p:spPr>
        <p:txBody>
          <a:bodyPr anchor="t"/>
          <a:lstStyle>
            <a:lvl1pPr algn="l">
              <a:defRPr sz="4000" b="1" cap="all">
                <a:solidFill>
                  <a:schemeClr val="bg1"/>
                </a:solidFill>
              </a:defRPr>
            </a:lvl1pPr>
          </a:lstStyle>
          <a:p>
            <a:r>
              <a:rPr lang="en-US"/>
              <a:t>Click to add headline</a:t>
            </a:r>
          </a:p>
        </p:txBody>
      </p:sp>
      <p:sp>
        <p:nvSpPr>
          <p:cNvPr id="3" name="Text Placeholder 2"/>
          <p:cNvSpPr>
            <a:spLocks noGrp="1"/>
          </p:cNvSpPr>
          <p:nvPr>
            <p:ph type="body" idx="1"/>
          </p:nvPr>
        </p:nvSpPr>
        <p:spPr>
          <a:xfrm>
            <a:off x="963084" y="1928813"/>
            <a:ext cx="5132916" cy="1500187"/>
          </a:xfrm>
        </p:spPr>
        <p:txBody>
          <a:bodyPr anchor="b"/>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7" name="Kuva 6">
            <a:extLst>
              <a:ext uri="{FF2B5EF4-FFF2-40B4-BE49-F238E27FC236}">
                <a16:creationId xmlns:a16="http://schemas.microsoft.com/office/drawing/2014/main" id="{ACF1BE98-E007-1BAF-F63C-4EB5EB55AEE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31733" y="6052858"/>
            <a:ext cx="1563287" cy="726057"/>
          </a:xfrm>
          <a:prstGeom prst="rect">
            <a:avLst/>
          </a:prstGeom>
        </p:spPr>
      </p:pic>
      <p:pic>
        <p:nvPicPr>
          <p:cNvPr id="10" name="Kuva 9">
            <a:extLst>
              <a:ext uri="{FF2B5EF4-FFF2-40B4-BE49-F238E27FC236}">
                <a16:creationId xmlns:a16="http://schemas.microsoft.com/office/drawing/2014/main" id="{67EF1D2C-D458-A625-0BAE-A201045632B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284880" y="816755"/>
            <a:ext cx="5492531" cy="5185359"/>
          </a:xfrm>
          <a:prstGeom prst="rect">
            <a:avLst/>
          </a:prstGeom>
        </p:spPr>
      </p:pic>
    </p:spTree>
    <p:extLst>
      <p:ext uri="{BB962C8B-B14F-4D97-AF65-F5344CB8AC3E}">
        <p14:creationId xmlns:p14="http://schemas.microsoft.com/office/powerpoint/2010/main" val="16387104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chemeClr val="accent2"/>
        </a:solidFill>
        <a:effectLst/>
      </p:bgPr>
    </p:bg>
    <p:spTree>
      <p:nvGrpSpPr>
        <p:cNvPr id="1" name=""/>
        <p:cNvGrpSpPr/>
        <p:nvPr/>
      </p:nvGrpSpPr>
      <p:grpSpPr>
        <a:xfrm>
          <a:off x="0" y="0"/>
          <a:ext cx="0" cy="0"/>
          <a:chOff x="0" y="0"/>
          <a:chExt cx="0" cy="0"/>
        </a:xfrm>
      </p:grpSpPr>
      <p:pic>
        <p:nvPicPr>
          <p:cNvPr id="6" name="Kuva 5">
            <a:extLst>
              <a:ext uri="{FF2B5EF4-FFF2-40B4-BE49-F238E27FC236}">
                <a16:creationId xmlns:a16="http://schemas.microsoft.com/office/drawing/2014/main" id="{140F9D81-0D81-426B-A729-DD22E74F52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368157" y="766010"/>
            <a:ext cx="5325979" cy="5325979"/>
          </a:xfrm>
          <a:prstGeom prst="rect">
            <a:avLst/>
          </a:prstGeom>
        </p:spPr>
      </p:pic>
      <p:sp>
        <p:nvSpPr>
          <p:cNvPr id="2" name="Title 1"/>
          <p:cNvSpPr>
            <a:spLocks noGrp="1"/>
          </p:cNvSpPr>
          <p:nvPr>
            <p:ph type="title" hasCustomPrompt="1"/>
          </p:nvPr>
        </p:nvSpPr>
        <p:spPr>
          <a:xfrm>
            <a:off x="963084" y="3429000"/>
            <a:ext cx="5132916" cy="1362075"/>
          </a:xfrm>
        </p:spPr>
        <p:txBody>
          <a:bodyPr anchor="t"/>
          <a:lstStyle>
            <a:lvl1pPr algn="l">
              <a:defRPr sz="4000" b="1" cap="all">
                <a:solidFill>
                  <a:schemeClr val="tx1"/>
                </a:solidFill>
              </a:defRPr>
            </a:lvl1pPr>
          </a:lstStyle>
          <a:p>
            <a:r>
              <a:rPr lang="en-US"/>
              <a:t>Click to add headline</a:t>
            </a:r>
          </a:p>
        </p:txBody>
      </p:sp>
      <p:sp>
        <p:nvSpPr>
          <p:cNvPr id="3" name="Text Placeholder 2"/>
          <p:cNvSpPr>
            <a:spLocks noGrp="1"/>
          </p:cNvSpPr>
          <p:nvPr>
            <p:ph type="body" idx="1"/>
          </p:nvPr>
        </p:nvSpPr>
        <p:spPr>
          <a:xfrm>
            <a:off x="963084" y="1928812"/>
            <a:ext cx="5132916" cy="1500187"/>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7" name="Kuva 6">
            <a:extLst>
              <a:ext uri="{FF2B5EF4-FFF2-40B4-BE49-F238E27FC236}">
                <a16:creationId xmlns:a16="http://schemas.microsoft.com/office/drawing/2014/main" id="{ACF1BE98-E007-1BAF-F63C-4EB5EB55AEE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3" y="6052858"/>
            <a:ext cx="1563287" cy="726057"/>
          </a:xfrm>
          <a:prstGeom prst="rect">
            <a:avLst/>
          </a:prstGeom>
        </p:spPr>
      </p:pic>
    </p:spTree>
    <p:extLst>
      <p:ext uri="{BB962C8B-B14F-4D97-AF65-F5344CB8AC3E}">
        <p14:creationId xmlns:p14="http://schemas.microsoft.com/office/powerpoint/2010/main" val="262759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3429000"/>
            <a:ext cx="5132916" cy="1362075"/>
          </a:xfrm>
        </p:spPr>
        <p:txBody>
          <a:bodyPr anchor="t"/>
          <a:lstStyle>
            <a:lvl1pPr algn="l">
              <a:defRPr sz="4000" b="1" cap="all">
                <a:solidFill>
                  <a:schemeClr val="bg1"/>
                </a:solidFill>
              </a:defRPr>
            </a:lvl1pPr>
          </a:lstStyle>
          <a:p>
            <a:r>
              <a:rPr lang="en-US"/>
              <a:t>Click to add headline</a:t>
            </a:r>
          </a:p>
        </p:txBody>
      </p:sp>
      <p:sp>
        <p:nvSpPr>
          <p:cNvPr id="3" name="Text Placeholder 2"/>
          <p:cNvSpPr>
            <a:spLocks noGrp="1"/>
          </p:cNvSpPr>
          <p:nvPr>
            <p:ph type="body" idx="1"/>
          </p:nvPr>
        </p:nvSpPr>
        <p:spPr>
          <a:xfrm>
            <a:off x="963084" y="1928812"/>
            <a:ext cx="5132916" cy="1500187"/>
          </a:xfrm>
        </p:spPr>
        <p:txBody>
          <a:bodyPr anchor="b"/>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4" name="Kuva 3">
            <a:extLst>
              <a:ext uri="{FF2B5EF4-FFF2-40B4-BE49-F238E27FC236}">
                <a16:creationId xmlns:a16="http://schemas.microsoft.com/office/drawing/2014/main" id="{17216C92-B05F-27B8-4040-961ED148BEA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31732" y="6052857"/>
            <a:ext cx="1563288" cy="726058"/>
          </a:xfrm>
          <a:prstGeom prst="rect">
            <a:avLst/>
          </a:prstGeom>
        </p:spPr>
      </p:pic>
      <p:pic>
        <p:nvPicPr>
          <p:cNvPr id="11" name="Kuva 10">
            <a:extLst>
              <a:ext uri="{FF2B5EF4-FFF2-40B4-BE49-F238E27FC236}">
                <a16:creationId xmlns:a16="http://schemas.microsoft.com/office/drawing/2014/main" id="{2C879576-CF2F-1042-4320-1AB3D8B3490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618847" y="816755"/>
            <a:ext cx="4824596" cy="5059768"/>
          </a:xfrm>
          <a:prstGeom prst="rect">
            <a:avLst/>
          </a:prstGeom>
        </p:spPr>
      </p:pic>
    </p:spTree>
    <p:extLst>
      <p:ext uri="{BB962C8B-B14F-4D97-AF65-F5344CB8AC3E}">
        <p14:creationId xmlns:p14="http://schemas.microsoft.com/office/powerpoint/2010/main" val="29611882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3429000"/>
            <a:ext cx="5132916" cy="1362075"/>
          </a:xfrm>
        </p:spPr>
        <p:txBody>
          <a:bodyPr anchor="t"/>
          <a:lstStyle>
            <a:lvl1pPr algn="l">
              <a:defRPr sz="4000" b="1" cap="all">
                <a:solidFill>
                  <a:schemeClr val="bg1"/>
                </a:solidFill>
              </a:defRPr>
            </a:lvl1pPr>
          </a:lstStyle>
          <a:p>
            <a:r>
              <a:rPr lang="en-US"/>
              <a:t>Click to add headline</a:t>
            </a:r>
          </a:p>
        </p:txBody>
      </p:sp>
      <p:sp>
        <p:nvSpPr>
          <p:cNvPr id="3" name="Text Placeholder 2"/>
          <p:cNvSpPr>
            <a:spLocks noGrp="1"/>
          </p:cNvSpPr>
          <p:nvPr>
            <p:ph type="body" idx="1"/>
          </p:nvPr>
        </p:nvSpPr>
        <p:spPr>
          <a:xfrm>
            <a:off x="963084" y="1928812"/>
            <a:ext cx="5132916" cy="1500187"/>
          </a:xfrm>
        </p:spPr>
        <p:txBody>
          <a:bodyPr anchor="b"/>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4" name="Kuva 3">
            <a:extLst>
              <a:ext uri="{FF2B5EF4-FFF2-40B4-BE49-F238E27FC236}">
                <a16:creationId xmlns:a16="http://schemas.microsoft.com/office/drawing/2014/main" id="{966B17A0-8F09-E765-D9E6-9045C579E22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31732" y="6052857"/>
            <a:ext cx="1563288" cy="726058"/>
          </a:xfrm>
          <a:prstGeom prst="rect">
            <a:avLst/>
          </a:prstGeom>
        </p:spPr>
      </p:pic>
      <p:pic>
        <p:nvPicPr>
          <p:cNvPr id="7" name="Kuva 6">
            <a:extLst>
              <a:ext uri="{FF2B5EF4-FFF2-40B4-BE49-F238E27FC236}">
                <a16:creationId xmlns:a16="http://schemas.microsoft.com/office/drawing/2014/main" id="{36C0859E-3FD3-C20D-E26F-11BFA59BC5F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188349" y="816755"/>
            <a:ext cx="5565745" cy="5059768"/>
          </a:xfrm>
          <a:prstGeom prst="rect">
            <a:avLst/>
          </a:prstGeom>
        </p:spPr>
      </p:pic>
    </p:spTree>
    <p:extLst>
      <p:ext uri="{BB962C8B-B14F-4D97-AF65-F5344CB8AC3E}">
        <p14:creationId xmlns:p14="http://schemas.microsoft.com/office/powerpoint/2010/main" val="6685186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7_Section Header">
    <p:bg>
      <p:bgPr>
        <a:solidFill>
          <a:schemeClr val="accent3"/>
        </a:solidFill>
        <a:effectLst/>
      </p:bgPr>
    </p:bg>
    <p:spTree>
      <p:nvGrpSpPr>
        <p:cNvPr id="1" name=""/>
        <p:cNvGrpSpPr/>
        <p:nvPr/>
      </p:nvGrpSpPr>
      <p:grpSpPr>
        <a:xfrm>
          <a:off x="0" y="0"/>
          <a:ext cx="0" cy="0"/>
          <a:chOff x="0" y="0"/>
          <a:chExt cx="0" cy="0"/>
        </a:xfrm>
      </p:grpSpPr>
      <p:pic>
        <p:nvPicPr>
          <p:cNvPr id="9" name="Kuva 8" descr="Kuva, joka sisältää kohteen sininen, aqua, Turkoosi, Sinivihreä&#10;&#10;Tekoälyn generoima sisältö voi olla virheellistä.">
            <a:extLst>
              <a:ext uri="{FF2B5EF4-FFF2-40B4-BE49-F238E27FC236}">
                <a16:creationId xmlns:a16="http://schemas.microsoft.com/office/drawing/2014/main" id="{DF829B55-5C71-F779-A24E-C68C4F9611F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hasCustomPrompt="1"/>
          </p:nvPr>
        </p:nvSpPr>
        <p:spPr>
          <a:xfrm>
            <a:off x="963084" y="3429000"/>
            <a:ext cx="5132916" cy="1362075"/>
          </a:xfrm>
        </p:spPr>
        <p:txBody>
          <a:bodyPr anchor="t"/>
          <a:lstStyle>
            <a:lvl1pPr algn="l">
              <a:defRPr sz="4000" b="1" cap="all">
                <a:solidFill>
                  <a:schemeClr val="bg1"/>
                </a:solidFill>
              </a:defRPr>
            </a:lvl1pPr>
          </a:lstStyle>
          <a:p>
            <a:r>
              <a:rPr lang="en-US"/>
              <a:t>Click to add headline</a:t>
            </a:r>
          </a:p>
        </p:txBody>
      </p:sp>
      <p:sp>
        <p:nvSpPr>
          <p:cNvPr id="3" name="Text Placeholder 2"/>
          <p:cNvSpPr>
            <a:spLocks noGrp="1"/>
          </p:cNvSpPr>
          <p:nvPr>
            <p:ph type="body" idx="1"/>
          </p:nvPr>
        </p:nvSpPr>
        <p:spPr>
          <a:xfrm>
            <a:off x="963084" y="1928812"/>
            <a:ext cx="5132916" cy="1500187"/>
          </a:xfrm>
        </p:spPr>
        <p:txBody>
          <a:bodyPr anchor="b"/>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4" name="Kuva 3">
            <a:extLst>
              <a:ext uri="{FF2B5EF4-FFF2-40B4-BE49-F238E27FC236}">
                <a16:creationId xmlns:a16="http://schemas.microsoft.com/office/drawing/2014/main" id="{966B17A0-8F09-E765-D9E6-9045C579E22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pic>
        <p:nvPicPr>
          <p:cNvPr id="10" name="Kuva 9">
            <a:extLst>
              <a:ext uri="{FF2B5EF4-FFF2-40B4-BE49-F238E27FC236}">
                <a16:creationId xmlns:a16="http://schemas.microsoft.com/office/drawing/2014/main" id="{691AF7A4-D55A-EDA9-2610-6AD1D7D79B9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188349" y="816755"/>
            <a:ext cx="5565745" cy="5059768"/>
          </a:xfrm>
          <a:prstGeom prst="rect">
            <a:avLst/>
          </a:prstGeom>
        </p:spPr>
      </p:pic>
    </p:spTree>
    <p:extLst>
      <p:ext uri="{BB962C8B-B14F-4D97-AF65-F5344CB8AC3E}">
        <p14:creationId xmlns:p14="http://schemas.microsoft.com/office/powerpoint/2010/main" val="34534111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headline</a:t>
            </a:r>
          </a:p>
        </p:txBody>
      </p:sp>
      <p:sp>
        <p:nvSpPr>
          <p:cNvPr id="3" name="Content Placeholder 2"/>
          <p:cNvSpPr>
            <a:spLocks noGrp="1"/>
          </p:cNvSpPr>
          <p:nvPr>
            <p:ph sz="half" idx="1" hasCustomPrompt="1"/>
          </p:nvPr>
        </p:nvSpPr>
        <p:spPr>
          <a:xfrm>
            <a:off x="609600" y="1600201"/>
            <a:ext cx="5384800" cy="4525963"/>
          </a:xfrm>
        </p:spPr>
        <p:txBody>
          <a:bodyPr/>
          <a:lstStyle>
            <a:lvl1pPr marL="0" indent="0">
              <a:buNone/>
              <a:defRPr sz="1800"/>
            </a:lvl1pPr>
            <a:lvl2pPr marL="457200" indent="0">
              <a:buNone/>
              <a:defRPr sz="1700"/>
            </a:lvl2pPr>
            <a:lvl3pPr marL="914400" indent="0">
              <a:buNone/>
              <a:defRPr sz="1600"/>
            </a:lvl3pPr>
            <a:lvl4pPr marL="1371600" indent="0">
              <a:buNone/>
              <a:defRPr sz="1500"/>
            </a:lvl4pPr>
            <a:lvl5pPr marL="1828800" indent="0">
              <a:buNone/>
              <a:defRPr sz="1400"/>
            </a:lvl5pPr>
            <a:lvl6pPr>
              <a:defRPr sz="1800"/>
            </a:lvl6pPr>
            <a:lvl7pPr>
              <a:defRPr sz="1800"/>
            </a:lvl7pPr>
            <a:lvl8pPr>
              <a:defRPr sz="1800"/>
            </a:lvl8pPr>
            <a:lvl9pPr>
              <a:defRPr sz="180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197600" y="1600201"/>
            <a:ext cx="5384800" cy="4525963"/>
          </a:xfrm>
        </p:spPr>
        <p:txBody>
          <a:bodyPr/>
          <a:lstStyle>
            <a:lvl1pPr marL="0" indent="0">
              <a:buNone/>
              <a:defRPr sz="1800"/>
            </a:lvl1pPr>
            <a:lvl2pPr marL="457200" indent="0">
              <a:buNone/>
              <a:defRPr sz="1700"/>
            </a:lvl2pPr>
            <a:lvl3pPr marL="914400" indent="0">
              <a:buNone/>
              <a:defRPr sz="1600"/>
            </a:lvl3pPr>
            <a:lvl4pPr marL="1371600" indent="0">
              <a:buNone/>
              <a:defRPr sz="1500"/>
            </a:lvl4pPr>
            <a:lvl5pPr marL="1828800" indent="0">
              <a:buNone/>
              <a:defRPr sz="1400"/>
            </a:lvl5pPr>
            <a:lvl6pPr>
              <a:defRPr sz="1800"/>
            </a:lvl6pPr>
            <a:lvl7pPr>
              <a:defRPr sz="1800"/>
            </a:lvl7pPr>
            <a:lvl8pPr>
              <a:defRPr sz="1800"/>
            </a:lvl8pPr>
            <a:lvl9pPr>
              <a:defRPr sz="180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pic>
        <p:nvPicPr>
          <p:cNvPr id="8" name="Kuva 7">
            <a:extLst>
              <a:ext uri="{FF2B5EF4-FFF2-40B4-BE49-F238E27FC236}">
                <a16:creationId xmlns:a16="http://schemas.microsoft.com/office/drawing/2014/main" id="{800DE93A-898B-33C5-990F-3704509932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31733" y="6052858"/>
            <a:ext cx="1563287" cy="726057"/>
          </a:xfrm>
          <a:prstGeom prst="rect">
            <a:avLst/>
          </a:prstGeom>
        </p:spPr>
      </p:pic>
      <p:sp>
        <p:nvSpPr>
          <p:cNvPr id="9" name="Dian numeron paikkamerkki 8">
            <a:extLst>
              <a:ext uri="{FF2B5EF4-FFF2-40B4-BE49-F238E27FC236}">
                <a16:creationId xmlns:a16="http://schemas.microsoft.com/office/drawing/2014/main" id="{64164C09-B2F5-A471-2E11-1000762FE74A}"/>
              </a:ext>
            </a:extLst>
          </p:cNvPr>
          <p:cNvSpPr>
            <a:spLocks noGrp="1"/>
          </p:cNvSpPr>
          <p:nvPr>
            <p:ph type="sldNum" sz="quarter" idx="10"/>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8051897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chemeClr val="accent2"/>
        </a:solidFill>
        <a:effectLst/>
      </p:bgPr>
    </p:bg>
    <p:spTree>
      <p:nvGrpSpPr>
        <p:cNvPr id="1" name=""/>
        <p:cNvGrpSpPr/>
        <p:nvPr/>
      </p:nvGrpSpPr>
      <p:grpSpPr>
        <a:xfrm>
          <a:off x="0" y="0"/>
          <a:ext cx="0" cy="0"/>
          <a:chOff x="0" y="0"/>
          <a:chExt cx="0" cy="0"/>
        </a:xfrm>
      </p:grpSpPr>
      <p:pic>
        <p:nvPicPr>
          <p:cNvPr id="17" name="Kuva 16">
            <a:extLst>
              <a:ext uri="{FF2B5EF4-FFF2-40B4-BE49-F238E27FC236}">
                <a16:creationId xmlns:a16="http://schemas.microsoft.com/office/drawing/2014/main" id="{F5B6B027-C884-CDB4-5E12-FFD25B01B774}"/>
              </a:ext>
            </a:extLst>
          </p:cNvPr>
          <p:cNvPicPr/>
          <p:nvPr userDrawn="1"/>
        </p:nvPicPr>
        <p:blipFill>
          <a:blip>
            <a:extLst>
              <a:ext uri="{96DAC541-7B7A-43D3-8B79-37D633B846F1}">
                <asvg:svgBlip xmlns:asvg="http://schemas.microsoft.com/office/drawing/2016/SVG/main" r:embed="rId2"/>
              </a:ext>
            </a:extLst>
          </a:blip>
          <a:stretch>
            <a:fillRect/>
          </a:stretch>
        </p:blipFill>
        <p:spPr>
          <a:xfrm>
            <a:off x="-1819796" y="665880"/>
            <a:ext cx="7962206" cy="7962206"/>
          </a:xfrm>
          <a:prstGeom prst="rect">
            <a:avLst/>
          </a:prstGeom>
        </p:spPr>
      </p:pic>
      <p:sp>
        <p:nvSpPr>
          <p:cNvPr id="2" name="Title 1"/>
          <p:cNvSpPr>
            <a:spLocks noGrp="1"/>
          </p:cNvSpPr>
          <p:nvPr>
            <p:ph type="title" hasCustomPrompt="1"/>
          </p:nvPr>
        </p:nvSpPr>
        <p:spPr>
          <a:xfrm>
            <a:off x="609600" y="901517"/>
            <a:ext cx="10972800" cy="1143000"/>
          </a:xfrm>
        </p:spPr>
        <p:txBody>
          <a:bodyPr>
            <a:noAutofit/>
          </a:bodyPr>
          <a:lstStyle>
            <a:lvl1pPr>
              <a:defRPr sz="8000"/>
            </a:lvl1pPr>
          </a:lstStyle>
          <a:p>
            <a:r>
              <a:rPr lang="en-US"/>
              <a:t>Click to add headline</a:t>
            </a:r>
          </a:p>
        </p:txBody>
      </p:sp>
      <p:pic>
        <p:nvPicPr>
          <p:cNvPr id="8" name="Kuva 7">
            <a:extLst>
              <a:ext uri="{FF2B5EF4-FFF2-40B4-BE49-F238E27FC236}">
                <a16:creationId xmlns:a16="http://schemas.microsoft.com/office/drawing/2014/main" id="{800DE93A-898B-33C5-990F-37045099328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3" y="6052858"/>
            <a:ext cx="1563287" cy="726057"/>
          </a:xfrm>
          <a:prstGeom prst="rect">
            <a:avLst/>
          </a:prstGeom>
        </p:spPr>
      </p:pic>
      <p:sp>
        <p:nvSpPr>
          <p:cNvPr id="13" name="Sisällön paikkamerkki 12">
            <a:extLst>
              <a:ext uri="{FF2B5EF4-FFF2-40B4-BE49-F238E27FC236}">
                <a16:creationId xmlns:a16="http://schemas.microsoft.com/office/drawing/2014/main" id="{7E8318D4-679A-C3CB-9C4B-91331D850840}"/>
              </a:ext>
            </a:extLst>
          </p:cNvPr>
          <p:cNvSpPr>
            <a:spLocks noGrp="1"/>
          </p:cNvSpPr>
          <p:nvPr>
            <p:ph sz="quarter" idx="13" hasCustomPrompt="1"/>
          </p:nvPr>
        </p:nvSpPr>
        <p:spPr>
          <a:xfrm>
            <a:off x="494717" y="2946674"/>
            <a:ext cx="2914875" cy="1931151"/>
          </a:xfrm>
          <a:prstGeom prst="parallelogram">
            <a:avLst/>
          </a:prstGeom>
          <a:solidFill>
            <a:schemeClr val="accent1"/>
          </a:solidFill>
          <a:effectLst>
            <a:outerShdw dist="38100" dir="2700000" sx="103000" sy="103000" algn="tl" rotWithShape="0">
              <a:schemeClr val="tx2"/>
            </a:outerShdw>
          </a:effectLst>
        </p:spPr>
        <p:txBody>
          <a:bodyPr anchor="ctr" anchorCtr="0"/>
          <a:lstStyle>
            <a:lvl1pPr marL="0" indent="0" algn="ctr">
              <a:buNone/>
              <a:defRPr/>
            </a:lvl1pPr>
            <a:lvl2pPr marL="457200" indent="0">
              <a:buNone/>
              <a:defRPr/>
            </a:lvl2pPr>
            <a:lvl3pPr marL="914400" indent="0">
              <a:buNone/>
              <a:defRPr/>
            </a:lvl3pPr>
            <a:lvl4pPr marL="1371600" indent="0">
              <a:buNone/>
              <a:defRPr/>
            </a:lvl4pPr>
            <a:lvl5pPr marL="1828800" indent="0">
              <a:buNone/>
              <a:defRPr/>
            </a:lvl5pPr>
          </a:lstStyle>
          <a:p>
            <a:pPr lvl="0"/>
            <a:r>
              <a:rPr lang="fi-FI" err="1"/>
              <a:t>Add</a:t>
            </a:r>
            <a:r>
              <a:rPr lang="fi-FI"/>
              <a:t> </a:t>
            </a:r>
            <a:r>
              <a:rPr lang="fi-FI" err="1"/>
              <a:t>text</a:t>
            </a:r>
            <a:endParaRPr lang="en-GB"/>
          </a:p>
        </p:txBody>
      </p:sp>
      <p:sp>
        <p:nvSpPr>
          <p:cNvPr id="14" name="Sisällön paikkamerkki 12">
            <a:extLst>
              <a:ext uri="{FF2B5EF4-FFF2-40B4-BE49-F238E27FC236}">
                <a16:creationId xmlns:a16="http://schemas.microsoft.com/office/drawing/2014/main" id="{B8DF94A5-6583-31AC-C71A-E527DAB563CB}"/>
              </a:ext>
            </a:extLst>
          </p:cNvPr>
          <p:cNvSpPr>
            <a:spLocks noGrp="1"/>
          </p:cNvSpPr>
          <p:nvPr>
            <p:ph sz="quarter" idx="14" hasCustomPrompt="1"/>
          </p:nvPr>
        </p:nvSpPr>
        <p:spPr>
          <a:xfrm>
            <a:off x="3181125" y="2946674"/>
            <a:ext cx="2914875" cy="1931151"/>
          </a:xfrm>
          <a:prstGeom prst="parallelogram">
            <a:avLst/>
          </a:prstGeom>
          <a:solidFill>
            <a:schemeClr val="accent1"/>
          </a:solidFill>
          <a:effectLst>
            <a:outerShdw dist="38100" dir="2700000" sx="103000" sy="103000" algn="tl" rotWithShape="0">
              <a:schemeClr val="tx2"/>
            </a:outerShdw>
          </a:effectLst>
        </p:spPr>
        <p:txBody>
          <a:bodyPr anchor="ctr" anchorCtr="0"/>
          <a:lstStyle>
            <a:lvl1pPr marL="0" indent="0" algn="ctr">
              <a:buNone/>
              <a:defRPr/>
            </a:lvl1pPr>
            <a:lvl2pPr marL="457200" indent="0">
              <a:buNone/>
              <a:defRPr/>
            </a:lvl2pPr>
            <a:lvl3pPr marL="914400" indent="0">
              <a:buNone/>
              <a:defRPr/>
            </a:lvl3pPr>
            <a:lvl4pPr marL="1371600" indent="0">
              <a:buNone/>
              <a:defRPr/>
            </a:lvl4pPr>
            <a:lvl5pPr marL="1828800" indent="0">
              <a:buNone/>
              <a:defRPr/>
            </a:lvl5pPr>
          </a:lstStyle>
          <a:p>
            <a:pPr lvl="0"/>
            <a:r>
              <a:rPr lang="fi-FI" err="1"/>
              <a:t>Add</a:t>
            </a:r>
            <a:r>
              <a:rPr lang="fi-FI"/>
              <a:t> </a:t>
            </a:r>
            <a:r>
              <a:rPr lang="fi-FI" err="1"/>
              <a:t>text</a:t>
            </a:r>
            <a:endParaRPr lang="en-GB"/>
          </a:p>
        </p:txBody>
      </p:sp>
      <p:sp>
        <p:nvSpPr>
          <p:cNvPr id="15" name="Sisällön paikkamerkki 12">
            <a:extLst>
              <a:ext uri="{FF2B5EF4-FFF2-40B4-BE49-F238E27FC236}">
                <a16:creationId xmlns:a16="http://schemas.microsoft.com/office/drawing/2014/main" id="{0FC07F62-B13C-9DC7-7480-24C1D459DC39}"/>
              </a:ext>
            </a:extLst>
          </p:cNvPr>
          <p:cNvSpPr>
            <a:spLocks noGrp="1"/>
          </p:cNvSpPr>
          <p:nvPr>
            <p:ph sz="quarter" idx="15" hasCustomPrompt="1"/>
          </p:nvPr>
        </p:nvSpPr>
        <p:spPr>
          <a:xfrm>
            <a:off x="5867533" y="2946674"/>
            <a:ext cx="2914875" cy="1931151"/>
          </a:xfrm>
          <a:prstGeom prst="parallelogram">
            <a:avLst/>
          </a:prstGeom>
          <a:solidFill>
            <a:schemeClr val="accent1"/>
          </a:solidFill>
          <a:effectLst>
            <a:outerShdw dist="38100" dir="2700000" sx="103000" sy="103000" algn="tl" rotWithShape="0">
              <a:schemeClr val="tx2"/>
            </a:outerShdw>
          </a:effectLst>
        </p:spPr>
        <p:txBody>
          <a:bodyPr anchor="ctr" anchorCtr="0"/>
          <a:lstStyle>
            <a:lvl1pPr marL="0" indent="0" algn="ctr">
              <a:buNone/>
              <a:defRPr/>
            </a:lvl1pPr>
            <a:lvl2pPr marL="457200" indent="0">
              <a:buNone/>
              <a:defRPr/>
            </a:lvl2pPr>
            <a:lvl3pPr marL="914400" indent="0">
              <a:buNone/>
              <a:defRPr/>
            </a:lvl3pPr>
            <a:lvl4pPr marL="1371600" indent="0">
              <a:buNone/>
              <a:defRPr/>
            </a:lvl4pPr>
            <a:lvl5pPr marL="1828800" indent="0">
              <a:buNone/>
              <a:defRPr/>
            </a:lvl5pPr>
          </a:lstStyle>
          <a:p>
            <a:pPr lvl="0"/>
            <a:r>
              <a:rPr lang="fi-FI" err="1"/>
              <a:t>Add</a:t>
            </a:r>
            <a:r>
              <a:rPr lang="fi-FI"/>
              <a:t> </a:t>
            </a:r>
            <a:r>
              <a:rPr lang="fi-FI" err="1"/>
              <a:t>text</a:t>
            </a:r>
            <a:endParaRPr lang="en-GB"/>
          </a:p>
        </p:txBody>
      </p:sp>
      <p:sp>
        <p:nvSpPr>
          <p:cNvPr id="16" name="Sisällön paikkamerkki 12">
            <a:extLst>
              <a:ext uri="{FF2B5EF4-FFF2-40B4-BE49-F238E27FC236}">
                <a16:creationId xmlns:a16="http://schemas.microsoft.com/office/drawing/2014/main" id="{3C4EF2A4-AAF4-17C5-5F6E-5AFB5CA94A94}"/>
              </a:ext>
            </a:extLst>
          </p:cNvPr>
          <p:cNvSpPr>
            <a:spLocks noGrp="1"/>
          </p:cNvSpPr>
          <p:nvPr>
            <p:ph sz="quarter" idx="16" hasCustomPrompt="1"/>
          </p:nvPr>
        </p:nvSpPr>
        <p:spPr>
          <a:xfrm>
            <a:off x="8553941" y="2946674"/>
            <a:ext cx="2914875" cy="1931151"/>
          </a:xfrm>
          <a:prstGeom prst="parallelogram">
            <a:avLst/>
          </a:prstGeom>
          <a:solidFill>
            <a:schemeClr val="accent1"/>
          </a:solidFill>
          <a:effectLst>
            <a:outerShdw dist="38100" dir="2700000" sx="103000" sy="103000" algn="tl" rotWithShape="0">
              <a:schemeClr val="tx2"/>
            </a:outerShdw>
          </a:effectLst>
        </p:spPr>
        <p:txBody>
          <a:bodyPr anchor="ctr" anchorCtr="0"/>
          <a:lstStyle>
            <a:lvl1pPr marL="0" indent="0" algn="ctr">
              <a:buNone/>
              <a:defRPr/>
            </a:lvl1pPr>
            <a:lvl2pPr marL="457200" indent="0">
              <a:buNone/>
              <a:defRPr/>
            </a:lvl2pPr>
            <a:lvl3pPr marL="914400" indent="0">
              <a:buNone/>
              <a:defRPr/>
            </a:lvl3pPr>
            <a:lvl4pPr marL="1371600" indent="0">
              <a:buNone/>
              <a:defRPr/>
            </a:lvl4pPr>
            <a:lvl5pPr marL="1828800" indent="0">
              <a:buNone/>
              <a:defRPr/>
            </a:lvl5pPr>
          </a:lstStyle>
          <a:p>
            <a:pPr lvl="0"/>
            <a:r>
              <a:rPr lang="fi-FI" err="1"/>
              <a:t>Add</a:t>
            </a:r>
            <a:r>
              <a:rPr lang="fi-FI"/>
              <a:t> </a:t>
            </a:r>
            <a:r>
              <a:rPr lang="fi-FI" err="1"/>
              <a:t>text</a:t>
            </a:r>
            <a:endParaRPr lang="en-GB"/>
          </a:p>
        </p:txBody>
      </p:sp>
      <p:sp>
        <p:nvSpPr>
          <p:cNvPr id="3" name="Dian numeron paikkamerkki 2">
            <a:extLst>
              <a:ext uri="{FF2B5EF4-FFF2-40B4-BE49-F238E27FC236}">
                <a16:creationId xmlns:a16="http://schemas.microsoft.com/office/drawing/2014/main" id="{BA7728FF-0D21-EB5A-4D42-19F0C614AA45}"/>
              </a:ext>
            </a:extLst>
          </p:cNvPr>
          <p:cNvSpPr>
            <a:spLocks noGrp="1"/>
          </p:cNvSpPr>
          <p:nvPr>
            <p:ph type="sldNum" sz="quarter" idx="17"/>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2298464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wo Content">
    <p:bg>
      <p:bgPr>
        <a:solidFill>
          <a:schemeClr val="tx2"/>
        </a:solidFill>
        <a:effectLst/>
      </p:bgPr>
    </p:bg>
    <p:spTree>
      <p:nvGrpSpPr>
        <p:cNvPr id="1" name=""/>
        <p:cNvGrpSpPr/>
        <p:nvPr/>
      </p:nvGrpSpPr>
      <p:grpSpPr>
        <a:xfrm>
          <a:off x="0" y="0"/>
          <a:ext cx="0" cy="0"/>
          <a:chOff x="0" y="0"/>
          <a:chExt cx="0" cy="0"/>
        </a:xfrm>
      </p:grpSpPr>
      <p:pic>
        <p:nvPicPr>
          <p:cNvPr id="17" name="Kuva 16">
            <a:extLst>
              <a:ext uri="{FF2B5EF4-FFF2-40B4-BE49-F238E27FC236}">
                <a16:creationId xmlns:a16="http://schemas.microsoft.com/office/drawing/2014/main" id="{F5B6B027-C884-CDB4-5E12-FFD25B01B774}"/>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819796" y="665880"/>
            <a:ext cx="7962206" cy="7962206"/>
          </a:xfrm>
          <a:prstGeom prst="rect">
            <a:avLst/>
          </a:prstGeom>
        </p:spPr>
      </p:pic>
      <p:sp>
        <p:nvSpPr>
          <p:cNvPr id="2" name="Title 1"/>
          <p:cNvSpPr>
            <a:spLocks noGrp="1"/>
          </p:cNvSpPr>
          <p:nvPr>
            <p:ph type="title" hasCustomPrompt="1"/>
          </p:nvPr>
        </p:nvSpPr>
        <p:spPr>
          <a:xfrm>
            <a:off x="609600" y="1736404"/>
            <a:ext cx="10972800" cy="1143000"/>
          </a:xfrm>
        </p:spPr>
        <p:txBody>
          <a:bodyPr>
            <a:noAutofit/>
          </a:bodyPr>
          <a:lstStyle>
            <a:lvl1pPr algn="ctr">
              <a:defRPr sz="9000">
                <a:solidFill>
                  <a:schemeClr val="accent2"/>
                </a:solidFill>
              </a:defRPr>
            </a:lvl1pPr>
          </a:lstStyle>
          <a:p>
            <a:r>
              <a:rPr lang="en-US"/>
              <a:t>ADD HEADLINE</a:t>
            </a:r>
          </a:p>
        </p:txBody>
      </p:sp>
      <p:pic>
        <p:nvPicPr>
          <p:cNvPr id="3" name="Kuva 2">
            <a:extLst>
              <a:ext uri="{FF2B5EF4-FFF2-40B4-BE49-F238E27FC236}">
                <a16:creationId xmlns:a16="http://schemas.microsoft.com/office/drawing/2014/main" id="{4CE6DCD0-51C2-D922-848C-83F62060E23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531732" y="6052857"/>
            <a:ext cx="1563288" cy="726058"/>
          </a:xfrm>
          <a:prstGeom prst="rect">
            <a:avLst/>
          </a:prstGeom>
        </p:spPr>
      </p:pic>
      <p:sp>
        <p:nvSpPr>
          <p:cNvPr id="4" name="Title 1">
            <a:extLst>
              <a:ext uri="{FF2B5EF4-FFF2-40B4-BE49-F238E27FC236}">
                <a16:creationId xmlns:a16="http://schemas.microsoft.com/office/drawing/2014/main" id="{35CDA379-9739-ECAE-956B-37158BFC7F57}"/>
              </a:ext>
            </a:extLst>
          </p:cNvPr>
          <p:cNvSpPr txBox="1">
            <a:spLocks/>
          </p:cNvSpPr>
          <p:nvPr userDrawn="1"/>
        </p:nvSpPr>
        <p:spPr>
          <a:xfrm>
            <a:off x="609600" y="869088"/>
            <a:ext cx="10972800" cy="1143000"/>
          </a:xfrm>
          <a:prstGeom prst="rect">
            <a:avLst/>
          </a:prstGeom>
          <a:ln>
            <a:noFill/>
          </a:ln>
        </p:spPr>
        <p:txBody>
          <a:bodyPr vert="horz" lIns="91440" tIns="45720" rIns="91440" bIns="45720" rtlCol="0" anchor="ctr">
            <a:noAutofit/>
          </a:bodyPr>
          <a:lstStyle>
            <a:lvl1pPr algn="ctr" defTabSz="457200" rtl="0" eaLnBrk="1" latinLnBrk="0" hangingPunct="1">
              <a:spcBef>
                <a:spcPct val="0"/>
              </a:spcBef>
              <a:buNone/>
              <a:defRPr sz="7000" b="0" kern="1200">
                <a:solidFill>
                  <a:schemeClr val="bg1"/>
                </a:solidFill>
                <a:latin typeface="Plus Jakarta Sans bold" pitchFamily="2" charset="0"/>
                <a:ea typeface="+mj-ea"/>
                <a:cs typeface="Plus Jakarta Sans bold" pitchFamily="2" charset="0"/>
              </a:defRPr>
            </a:lvl1pPr>
          </a:lstStyle>
          <a:p>
            <a:r>
              <a:rPr lang="en-US" sz="9000">
                <a:ln w="9525">
                  <a:solidFill>
                    <a:schemeClr val="tx2">
                      <a:lumMod val="75000"/>
                      <a:lumOff val="25000"/>
                    </a:schemeClr>
                  </a:solidFill>
                </a:ln>
                <a:noFill/>
              </a:rPr>
              <a:t>ADD HEADLINE</a:t>
            </a:r>
          </a:p>
        </p:txBody>
      </p:sp>
      <p:sp>
        <p:nvSpPr>
          <p:cNvPr id="9" name="Title 1">
            <a:extLst>
              <a:ext uri="{FF2B5EF4-FFF2-40B4-BE49-F238E27FC236}">
                <a16:creationId xmlns:a16="http://schemas.microsoft.com/office/drawing/2014/main" id="{FC9DDAF9-BC85-8699-EA30-9B54743D4882}"/>
              </a:ext>
            </a:extLst>
          </p:cNvPr>
          <p:cNvSpPr txBox="1">
            <a:spLocks/>
          </p:cNvSpPr>
          <p:nvPr userDrawn="1"/>
        </p:nvSpPr>
        <p:spPr>
          <a:xfrm>
            <a:off x="609600" y="-2791"/>
            <a:ext cx="10972800" cy="1143000"/>
          </a:xfrm>
          <a:prstGeom prst="rect">
            <a:avLst/>
          </a:prstGeom>
          <a:ln>
            <a:noFill/>
          </a:ln>
        </p:spPr>
        <p:txBody>
          <a:bodyPr vert="horz" lIns="91440" tIns="45720" rIns="91440" bIns="45720" rtlCol="0" anchor="ctr">
            <a:noAutofit/>
          </a:bodyPr>
          <a:lstStyle>
            <a:lvl1pPr algn="ctr" defTabSz="457200" rtl="0" eaLnBrk="1" latinLnBrk="0" hangingPunct="1">
              <a:spcBef>
                <a:spcPct val="0"/>
              </a:spcBef>
              <a:buNone/>
              <a:defRPr sz="7000" b="0" kern="1200">
                <a:solidFill>
                  <a:schemeClr val="bg1"/>
                </a:solidFill>
                <a:latin typeface="Plus Jakarta Sans bold" pitchFamily="2" charset="0"/>
                <a:ea typeface="+mj-ea"/>
                <a:cs typeface="Plus Jakarta Sans bold" pitchFamily="2" charset="0"/>
              </a:defRPr>
            </a:lvl1pPr>
          </a:lstStyle>
          <a:p>
            <a:r>
              <a:rPr lang="en-US" sz="9000">
                <a:ln w="6350">
                  <a:solidFill>
                    <a:schemeClr val="tx2">
                      <a:lumMod val="75000"/>
                      <a:lumOff val="25000"/>
                      <a:alpha val="50000"/>
                    </a:schemeClr>
                  </a:solidFill>
                </a:ln>
                <a:noFill/>
              </a:rPr>
              <a:t>ADD HEADLINE</a:t>
            </a:r>
          </a:p>
        </p:txBody>
      </p:sp>
      <p:sp>
        <p:nvSpPr>
          <p:cNvPr id="10" name="Tekstin paikkamerkki 12">
            <a:extLst>
              <a:ext uri="{FF2B5EF4-FFF2-40B4-BE49-F238E27FC236}">
                <a16:creationId xmlns:a16="http://schemas.microsoft.com/office/drawing/2014/main" id="{A5966C59-161C-FCCB-D05D-D6A12222BF0D}"/>
              </a:ext>
            </a:extLst>
          </p:cNvPr>
          <p:cNvSpPr>
            <a:spLocks noGrp="1"/>
          </p:cNvSpPr>
          <p:nvPr>
            <p:ph type="body" sz="quarter" idx="13" hasCustomPrompt="1"/>
          </p:nvPr>
        </p:nvSpPr>
        <p:spPr>
          <a:xfrm>
            <a:off x="1213304" y="4935918"/>
            <a:ext cx="2303462" cy="1122362"/>
          </a:xfrm>
        </p:spPr>
        <p:txBody>
          <a:bodyPr>
            <a:normAutofit/>
          </a:bodyPr>
          <a:lstStyle>
            <a:lvl1pPr marL="0" indent="0" algn="ctr">
              <a:buNone/>
              <a:defRPr sz="1800">
                <a:solidFill>
                  <a:schemeClr val="bg1"/>
                </a:solidFill>
              </a:defRPr>
            </a:lvl1pPr>
          </a:lstStyle>
          <a:p>
            <a:pPr lvl="0"/>
            <a:r>
              <a:rPr lang="fi-FI" err="1"/>
              <a:t>Click</a:t>
            </a:r>
            <a:r>
              <a:rPr lang="fi-FI"/>
              <a:t> to </a:t>
            </a:r>
            <a:r>
              <a:rPr lang="fi-FI" err="1"/>
              <a:t>edit</a:t>
            </a:r>
            <a:endParaRPr lang="en-GB"/>
          </a:p>
        </p:txBody>
      </p:sp>
      <p:sp>
        <p:nvSpPr>
          <p:cNvPr id="11" name="Tekstin paikkamerkki 12">
            <a:extLst>
              <a:ext uri="{FF2B5EF4-FFF2-40B4-BE49-F238E27FC236}">
                <a16:creationId xmlns:a16="http://schemas.microsoft.com/office/drawing/2014/main" id="{8783B4B8-D979-FB12-1FC1-C77B7A77F692}"/>
              </a:ext>
            </a:extLst>
          </p:cNvPr>
          <p:cNvSpPr>
            <a:spLocks noGrp="1"/>
          </p:cNvSpPr>
          <p:nvPr>
            <p:ph type="body" sz="quarter" idx="14" hasCustomPrompt="1"/>
          </p:nvPr>
        </p:nvSpPr>
        <p:spPr>
          <a:xfrm>
            <a:off x="3662953" y="4927967"/>
            <a:ext cx="2303462" cy="1122362"/>
          </a:xfrm>
        </p:spPr>
        <p:txBody>
          <a:bodyPr>
            <a:normAutofit/>
          </a:bodyPr>
          <a:lstStyle>
            <a:lvl1pPr marL="0" indent="0" algn="ctr">
              <a:buNone/>
              <a:defRPr sz="1800">
                <a:solidFill>
                  <a:schemeClr val="bg1"/>
                </a:solidFill>
              </a:defRPr>
            </a:lvl1pPr>
          </a:lstStyle>
          <a:p>
            <a:pPr lvl="0"/>
            <a:r>
              <a:rPr lang="fi-FI" err="1"/>
              <a:t>Click</a:t>
            </a:r>
            <a:r>
              <a:rPr lang="fi-FI"/>
              <a:t> to </a:t>
            </a:r>
            <a:r>
              <a:rPr lang="fi-FI" err="1"/>
              <a:t>edit</a:t>
            </a:r>
            <a:endParaRPr lang="en-GB"/>
          </a:p>
        </p:txBody>
      </p:sp>
      <p:sp>
        <p:nvSpPr>
          <p:cNvPr id="12" name="Tekstin paikkamerkki 12">
            <a:extLst>
              <a:ext uri="{FF2B5EF4-FFF2-40B4-BE49-F238E27FC236}">
                <a16:creationId xmlns:a16="http://schemas.microsoft.com/office/drawing/2014/main" id="{F946B03A-6649-450E-7CD2-AC81FFA58677}"/>
              </a:ext>
            </a:extLst>
          </p:cNvPr>
          <p:cNvSpPr>
            <a:spLocks noGrp="1"/>
          </p:cNvSpPr>
          <p:nvPr>
            <p:ph type="body" sz="quarter" idx="15" hasCustomPrompt="1"/>
          </p:nvPr>
        </p:nvSpPr>
        <p:spPr>
          <a:xfrm>
            <a:off x="6112603" y="4927967"/>
            <a:ext cx="2303462" cy="1122362"/>
          </a:xfrm>
        </p:spPr>
        <p:txBody>
          <a:bodyPr>
            <a:normAutofit/>
          </a:bodyPr>
          <a:lstStyle>
            <a:lvl1pPr marL="0" indent="0" algn="ctr">
              <a:buNone/>
              <a:defRPr sz="1800">
                <a:solidFill>
                  <a:schemeClr val="bg1"/>
                </a:solidFill>
              </a:defRPr>
            </a:lvl1pPr>
          </a:lstStyle>
          <a:p>
            <a:pPr lvl="0"/>
            <a:r>
              <a:rPr lang="fi-FI" err="1"/>
              <a:t>Click</a:t>
            </a:r>
            <a:r>
              <a:rPr lang="fi-FI"/>
              <a:t> to </a:t>
            </a:r>
            <a:r>
              <a:rPr lang="fi-FI" err="1"/>
              <a:t>edit</a:t>
            </a:r>
            <a:endParaRPr lang="en-GB"/>
          </a:p>
        </p:txBody>
      </p:sp>
      <p:sp>
        <p:nvSpPr>
          <p:cNvPr id="18" name="Tekstin paikkamerkki 12">
            <a:extLst>
              <a:ext uri="{FF2B5EF4-FFF2-40B4-BE49-F238E27FC236}">
                <a16:creationId xmlns:a16="http://schemas.microsoft.com/office/drawing/2014/main" id="{992401B6-ACF2-63C3-8F6A-2CAD4B77A8DE}"/>
              </a:ext>
            </a:extLst>
          </p:cNvPr>
          <p:cNvSpPr>
            <a:spLocks noGrp="1"/>
          </p:cNvSpPr>
          <p:nvPr>
            <p:ph type="body" sz="quarter" idx="16" hasCustomPrompt="1"/>
          </p:nvPr>
        </p:nvSpPr>
        <p:spPr>
          <a:xfrm>
            <a:off x="8562253" y="4927967"/>
            <a:ext cx="2303462" cy="1122362"/>
          </a:xfrm>
        </p:spPr>
        <p:txBody>
          <a:bodyPr>
            <a:normAutofit/>
          </a:bodyPr>
          <a:lstStyle>
            <a:lvl1pPr marL="0" indent="0" algn="ctr">
              <a:buNone/>
              <a:defRPr sz="1800">
                <a:solidFill>
                  <a:schemeClr val="bg1"/>
                </a:solidFill>
              </a:defRPr>
            </a:lvl1pPr>
          </a:lstStyle>
          <a:p>
            <a:pPr lvl="0"/>
            <a:r>
              <a:rPr lang="fi-FI" err="1"/>
              <a:t>Click</a:t>
            </a:r>
            <a:r>
              <a:rPr lang="fi-FI"/>
              <a:t> to </a:t>
            </a:r>
            <a:r>
              <a:rPr lang="fi-FI" err="1"/>
              <a:t>edit</a:t>
            </a:r>
            <a:endParaRPr lang="en-GB"/>
          </a:p>
        </p:txBody>
      </p:sp>
      <p:sp>
        <p:nvSpPr>
          <p:cNvPr id="26" name="Kuvan paikkamerkki 25">
            <a:extLst>
              <a:ext uri="{FF2B5EF4-FFF2-40B4-BE49-F238E27FC236}">
                <a16:creationId xmlns:a16="http://schemas.microsoft.com/office/drawing/2014/main" id="{E25EC8A8-C87B-026D-AB75-63EF3F2DFB87}"/>
              </a:ext>
            </a:extLst>
          </p:cNvPr>
          <p:cNvSpPr>
            <a:spLocks noGrp="1"/>
          </p:cNvSpPr>
          <p:nvPr>
            <p:ph type="pic" sz="quarter" idx="17" hasCustomPrompt="1"/>
          </p:nvPr>
        </p:nvSpPr>
        <p:spPr>
          <a:xfrm>
            <a:off x="1851571" y="3919471"/>
            <a:ext cx="722504" cy="722505"/>
          </a:xfrm>
          <a:blipFill>
            <a:blip>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endParaRPr lang="en-GB"/>
          </a:p>
        </p:txBody>
      </p:sp>
      <p:sp>
        <p:nvSpPr>
          <p:cNvPr id="27" name="Kuvan paikkamerkki 25">
            <a:extLst>
              <a:ext uri="{FF2B5EF4-FFF2-40B4-BE49-F238E27FC236}">
                <a16:creationId xmlns:a16="http://schemas.microsoft.com/office/drawing/2014/main" id="{B41B553D-0C9F-3739-91ED-BDD277D60D35}"/>
              </a:ext>
            </a:extLst>
          </p:cNvPr>
          <p:cNvSpPr>
            <a:spLocks noGrp="1"/>
          </p:cNvSpPr>
          <p:nvPr>
            <p:ph type="pic" sz="quarter" idx="18" hasCustomPrompt="1"/>
          </p:nvPr>
        </p:nvSpPr>
        <p:spPr>
          <a:xfrm>
            <a:off x="4433327" y="3945162"/>
            <a:ext cx="722504" cy="722505"/>
          </a:xfrm>
          <a:blipFill>
            <a:blip>
              <a:extLst>
                <a:ext uri="{96DAC541-7B7A-43D3-8B79-37D633B846F1}">
                  <asvg:svgBlip xmlns:asvg="http://schemas.microsoft.com/office/drawing/2016/SVG/main" r:embed="rId5"/>
                </a:ext>
              </a:extLst>
            </a:blip>
            <a:stretch>
              <a:fillRect/>
            </a:stretch>
          </a:blipFill>
        </p:spPr>
        <p:txBody>
          <a:bodyPr/>
          <a:lstStyle>
            <a:lvl1pPr marL="0" indent="0">
              <a:buNone/>
              <a:defRPr/>
            </a:lvl1pPr>
          </a:lstStyle>
          <a:p>
            <a:r>
              <a:rPr lang="en-US"/>
              <a:t> </a:t>
            </a:r>
            <a:endParaRPr lang="en-GB"/>
          </a:p>
        </p:txBody>
      </p:sp>
      <p:sp>
        <p:nvSpPr>
          <p:cNvPr id="28" name="Kuvan paikkamerkki 25">
            <a:extLst>
              <a:ext uri="{FF2B5EF4-FFF2-40B4-BE49-F238E27FC236}">
                <a16:creationId xmlns:a16="http://schemas.microsoft.com/office/drawing/2014/main" id="{FECDEE6F-D52C-768B-20AF-E6F8F01A8BD1}"/>
              </a:ext>
            </a:extLst>
          </p:cNvPr>
          <p:cNvSpPr>
            <a:spLocks noGrp="1"/>
          </p:cNvSpPr>
          <p:nvPr>
            <p:ph type="pic" sz="quarter" idx="19" hasCustomPrompt="1"/>
          </p:nvPr>
        </p:nvSpPr>
        <p:spPr>
          <a:xfrm>
            <a:off x="6853862" y="3919474"/>
            <a:ext cx="722504" cy="722505"/>
          </a:xfrm>
          <a:blipFill>
            <a:blip>
              <a:extLst>
                <a:ext uri="{96DAC541-7B7A-43D3-8B79-37D633B846F1}">
                  <asvg:svgBlip xmlns:asvg="http://schemas.microsoft.com/office/drawing/2016/SVG/main" r:embed="rId6"/>
                </a:ext>
              </a:extLst>
            </a:blip>
            <a:stretch>
              <a:fillRect/>
            </a:stretch>
          </a:blipFill>
        </p:spPr>
        <p:txBody>
          <a:bodyPr/>
          <a:lstStyle>
            <a:lvl1pPr marL="0" indent="0">
              <a:buNone/>
              <a:defRPr/>
            </a:lvl1pPr>
          </a:lstStyle>
          <a:p>
            <a:r>
              <a:rPr lang="en-US"/>
              <a:t> </a:t>
            </a:r>
            <a:endParaRPr lang="en-GB"/>
          </a:p>
        </p:txBody>
      </p:sp>
      <p:sp>
        <p:nvSpPr>
          <p:cNvPr id="29" name="Kuvan paikkamerkki 25">
            <a:extLst>
              <a:ext uri="{FF2B5EF4-FFF2-40B4-BE49-F238E27FC236}">
                <a16:creationId xmlns:a16="http://schemas.microsoft.com/office/drawing/2014/main" id="{0C62FC8E-1D41-74C7-C86D-896E045E7166}"/>
              </a:ext>
            </a:extLst>
          </p:cNvPr>
          <p:cNvSpPr>
            <a:spLocks noGrp="1"/>
          </p:cNvSpPr>
          <p:nvPr>
            <p:ph type="pic" sz="quarter" idx="20" hasCustomPrompt="1"/>
          </p:nvPr>
        </p:nvSpPr>
        <p:spPr>
          <a:xfrm>
            <a:off x="9352732" y="3919470"/>
            <a:ext cx="722504" cy="722505"/>
          </a:xfrm>
          <a:blipFill>
            <a:blip>
              <a:extLst>
                <a:ext uri="{96DAC541-7B7A-43D3-8B79-37D633B846F1}">
                  <asvg:svgBlip xmlns:asvg="http://schemas.microsoft.com/office/drawing/2016/SVG/main" r:embed="rId7"/>
                </a:ext>
              </a:extLst>
            </a:blip>
            <a:stretch>
              <a:fillRect/>
            </a:stretch>
          </a:blipFill>
        </p:spPr>
        <p:txBody>
          <a:bodyPr/>
          <a:lstStyle>
            <a:lvl1pPr marL="0" indent="0">
              <a:buNone/>
              <a:defRPr/>
            </a:lvl1pPr>
          </a:lstStyle>
          <a:p>
            <a:r>
              <a:rPr lang="en-US"/>
              <a:t> </a:t>
            </a:r>
            <a:endParaRPr lang="en-GB"/>
          </a:p>
        </p:txBody>
      </p:sp>
      <p:sp>
        <p:nvSpPr>
          <p:cNvPr id="8" name="Dian numeron paikkamerkki 7">
            <a:extLst>
              <a:ext uri="{FF2B5EF4-FFF2-40B4-BE49-F238E27FC236}">
                <a16:creationId xmlns:a16="http://schemas.microsoft.com/office/drawing/2014/main" id="{5C65CFFA-DFA4-6471-E183-96450A5F5BC2}"/>
              </a:ext>
            </a:extLst>
          </p:cNvPr>
          <p:cNvSpPr>
            <a:spLocks noGrp="1"/>
          </p:cNvSpPr>
          <p:nvPr>
            <p:ph type="sldNum" sz="quarter" idx="21"/>
          </p:nvPr>
        </p:nvSpPr>
        <p:spPr/>
        <p:txBody>
          <a:bodyPr/>
          <a:lstStyle>
            <a:lvl1pPr>
              <a:defRPr>
                <a:solidFill>
                  <a:schemeClr val="bg1"/>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6926292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add headline</a:t>
            </a:r>
          </a:p>
        </p:txBody>
      </p:sp>
      <p:sp>
        <p:nvSpPr>
          <p:cNvPr id="3" name="Text Placeholder 2"/>
          <p:cNvSpPr>
            <a:spLocks noGrp="1"/>
          </p:cNvSpPr>
          <p:nvPr>
            <p:ph type="body" idx="1" hasCustomPrompt="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text</a:t>
            </a:r>
          </a:p>
        </p:txBody>
      </p:sp>
      <p:sp>
        <p:nvSpPr>
          <p:cNvPr id="5" name="Text Placeholder 4"/>
          <p:cNvSpPr>
            <a:spLocks noGrp="1"/>
          </p:cNvSpPr>
          <p:nvPr>
            <p:ph type="body" sz="quarter" idx="3" hasCustomPrompt="1"/>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text</a:t>
            </a:r>
          </a:p>
        </p:txBody>
      </p:sp>
      <p:pic>
        <p:nvPicPr>
          <p:cNvPr id="10" name="Kuva 9">
            <a:extLst>
              <a:ext uri="{FF2B5EF4-FFF2-40B4-BE49-F238E27FC236}">
                <a16:creationId xmlns:a16="http://schemas.microsoft.com/office/drawing/2014/main" id="{31DED06C-9DD9-8BA4-2778-39E4845B788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31733" y="6052858"/>
            <a:ext cx="1563287" cy="726057"/>
          </a:xfrm>
          <a:prstGeom prst="rect">
            <a:avLst/>
          </a:prstGeom>
        </p:spPr>
      </p:pic>
      <p:sp>
        <p:nvSpPr>
          <p:cNvPr id="11" name="Dian numeron paikkamerkki 10">
            <a:extLst>
              <a:ext uri="{FF2B5EF4-FFF2-40B4-BE49-F238E27FC236}">
                <a16:creationId xmlns:a16="http://schemas.microsoft.com/office/drawing/2014/main" id="{18B18100-E23F-0DDE-B702-D0712F065684}"/>
              </a:ext>
            </a:extLst>
          </p:cNvPr>
          <p:cNvSpPr>
            <a:spLocks noGrp="1"/>
          </p:cNvSpPr>
          <p:nvPr>
            <p:ph type="sldNum" sz="quarter" idx="10"/>
          </p:nvPr>
        </p:nvSpPr>
        <p:spPr/>
        <p:txBody>
          <a:bodyPr/>
          <a:lstStyle/>
          <a:p>
            <a:fld id="{C1FF6DA9-008F-8B48-92A6-B652298478BF}" type="slidenum">
              <a:rPr lang="en-US" smtClean="0"/>
              <a:pPr/>
              <a:t>‹#›</a:t>
            </a:fld>
            <a:endParaRPr lang="en-US"/>
          </a:p>
        </p:txBody>
      </p:sp>
      <p:sp>
        <p:nvSpPr>
          <p:cNvPr id="7" name="Content Placeholder 2">
            <a:extLst>
              <a:ext uri="{FF2B5EF4-FFF2-40B4-BE49-F238E27FC236}">
                <a16:creationId xmlns:a16="http://schemas.microsoft.com/office/drawing/2014/main" id="{BFA572F6-37FD-2EE9-A507-74A29B57682E}"/>
              </a:ext>
            </a:extLst>
          </p:cNvPr>
          <p:cNvSpPr>
            <a:spLocks noGrp="1"/>
          </p:cNvSpPr>
          <p:nvPr>
            <p:ph sz="half" idx="11" hasCustomPrompt="1"/>
          </p:nvPr>
        </p:nvSpPr>
        <p:spPr>
          <a:xfrm>
            <a:off x="609600" y="2292350"/>
            <a:ext cx="5384800" cy="3833814"/>
          </a:xfrm>
        </p:spPr>
        <p:txBody>
          <a:bodyPr/>
          <a:lstStyle>
            <a:lvl1pPr marL="0" indent="0">
              <a:buNone/>
              <a:defRPr sz="1800"/>
            </a:lvl1pPr>
            <a:lvl2pPr marL="457200" indent="0">
              <a:buNone/>
              <a:defRPr sz="1700"/>
            </a:lvl2pPr>
            <a:lvl3pPr marL="914400" indent="0">
              <a:buNone/>
              <a:defRPr sz="1600"/>
            </a:lvl3pPr>
            <a:lvl4pPr marL="1371600" indent="0">
              <a:buNone/>
              <a:defRPr sz="1500"/>
            </a:lvl4pPr>
            <a:lvl5pPr marL="1828800" indent="0">
              <a:buNone/>
              <a:defRPr sz="1400"/>
            </a:lvl5pPr>
            <a:lvl6pPr>
              <a:defRPr sz="1800"/>
            </a:lvl6pPr>
            <a:lvl7pPr>
              <a:defRPr sz="1800"/>
            </a:lvl7pPr>
            <a:lvl8pPr>
              <a:defRPr sz="1800"/>
            </a:lvl8pPr>
            <a:lvl9pPr>
              <a:defRPr sz="180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0F99AEDB-5945-0791-E214-0A4A5E4D10C9}"/>
              </a:ext>
            </a:extLst>
          </p:cNvPr>
          <p:cNvSpPr>
            <a:spLocks noGrp="1"/>
          </p:cNvSpPr>
          <p:nvPr>
            <p:ph sz="half" idx="2" hasCustomPrompt="1"/>
          </p:nvPr>
        </p:nvSpPr>
        <p:spPr>
          <a:xfrm>
            <a:off x="6197600" y="2292350"/>
            <a:ext cx="5384800" cy="3833814"/>
          </a:xfrm>
        </p:spPr>
        <p:txBody>
          <a:bodyPr/>
          <a:lstStyle>
            <a:lvl1pPr marL="0" indent="0">
              <a:buNone/>
              <a:defRPr sz="1800"/>
            </a:lvl1pPr>
            <a:lvl2pPr marL="457200" indent="0">
              <a:buNone/>
              <a:defRPr sz="1700"/>
            </a:lvl2pPr>
            <a:lvl3pPr marL="914400" indent="0">
              <a:buNone/>
              <a:defRPr sz="1600"/>
            </a:lvl3pPr>
            <a:lvl4pPr marL="1371600" indent="0">
              <a:buNone/>
              <a:defRPr sz="1500"/>
            </a:lvl4pPr>
            <a:lvl5pPr marL="1828800" indent="0">
              <a:buNone/>
              <a:defRPr sz="1400"/>
            </a:lvl5pPr>
            <a:lvl6pPr>
              <a:defRPr sz="1800"/>
            </a:lvl6pPr>
            <a:lvl7pPr>
              <a:defRPr sz="1800"/>
            </a:lvl7pPr>
            <a:lvl8pPr>
              <a:defRPr sz="1800"/>
            </a:lvl8pPr>
            <a:lvl9pPr>
              <a:defRPr sz="180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83334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headline</a:t>
            </a:r>
          </a:p>
        </p:txBody>
      </p:sp>
      <p:pic>
        <p:nvPicPr>
          <p:cNvPr id="6" name="Kuva 5">
            <a:extLst>
              <a:ext uri="{FF2B5EF4-FFF2-40B4-BE49-F238E27FC236}">
                <a16:creationId xmlns:a16="http://schemas.microsoft.com/office/drawing/2014/main" id="{7EF20309-748C-1DF1-9388-38756736AE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31733" y="6052858"/>
            <a:ext cx="1563287" cy="726057"/>
          </a:xfrm>
          <a:prstGeom prst="rect">
            <a:avLst/>
          </a:prstGeom>
        </p:spPr>
      </p:pic>
      <p:sp>
        <p:nvSpPr>
          <p:cNvPr id="7" name="Dian numeron paikkamerkki 6">
            <a:extLst>
              <a:ext uri="{FF2B5EF4-FFF2-40B4-BE49-F238E27FC236}">
                <a16:creationId xmlns:a16="http://schemas.microsoft.com/office/drawing/2014/main" id="{6FAA79FB-FBAD-28BA-3A85-4A6267FFE118}"/>
              </a:ext>
            </a:extLst>
          </p:cNvPr>
          <p:cNvSpPr>
            <a:spLocks noGrp="1"/>
          </p:cNvSpPr>
          <p:nvPr>
            <p:ph type="sldNum" sz="quarter" idx="10"/>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4450972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Kuva 4">
            <a:extLst>
              <a:ext uri="{FF2B5EF4-FFF2-40B4-BE49-F238E27FC236}">
                <a16:creationId xmlns:a16="http://schemas.microsoft.com/office/drawing/2014/main" id="{1CD3E7AB-CC54-9542-53C2-439C36EB1B0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31733" y="6052858"/>
            <a:ext cx="1563287" cy="726057"/>
          </a:xfrm>
          <a:prstGeom prst="rect">
            <a:avLst/>
          </a:prstGeom>
        </p:spPr>
      </p:pic>
      <p:sp>
        <p:nvSpPr>
          <p:cNvPr id="2" name="Dian numeron paikkamerkki 1">
            <a:extLst>
              <a:ext uri="{FF2B5EF4-FFF2-40B4-BE49-F238E27FC236}">
                <a16:creationId xmlns:a16="http://schemas.microsoft.com/office/drawing/2014/main" id="{66943CEC-8532-9F86-19DE-23457D29629B}"/>
              </a:ext>
            </a:extLst>
          </p:cNvPr>
          <p:cNvSpPr>
            <a:spLocks noGrp="1"/>
          </p:cNvSpPr>
          <p:nvPr>
            <p:ph type="sldNum" sz="quarter" idx="10"/>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859483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5" name="Kuva 4">
            <a:extLst>
              <a:ext uri="{FF2B5EF4-FFF2-40B4-BE49-F238E27FC236}">
                <a16:creationId xmlns:a16="http://schemas.microsoft.com/office/drawing/2014/main" id="{1CD3E7AB-CC54-9542-53C2-439C36EB1B0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31733" y="6052858"/>
            <a:ext cx="1563287" cy="726057"/>
          </a:xfrm>
          <a:prstGeom prst="rect">
            <a:avLst/>
          </a:prstGeom>
        </p:spPr>
      </p:pic>
      <p:sp>
        <p:nvSpPr>
          <p:cNvPr id="2" name="Dian numeron paikkamerkki 1">
            <a:extLst>
              <a:ext uri="{FF2B5EF4-FFF2-40B4-BE49-F238E27FC236}">
                <a16:creationId xmlns:a16="http://schemas.microsoft.com/office/drawing/2014/main" id="{9AC10DA6-7E6F-4BFA-FB6F-221320F1BBA4}"/>
              </a:ext>
            </a:extLst>
          </p:cNvPr>
          <p:cNvSpPr>
            <a:spLocks noGrp="1"/>
          </p:cNvSpPr>
          <p:nvPr>
            <p:ph type="sldNum" sz="quarter" idx="10"/>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1406406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07490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Sisältö kokosivu B">
    <p:spTree>
      <p:nvGrpSpPr>
        <p:cNvPr id="1" name=""/>
        <p:cNvGrpSpPr/>
        <p:nvPr/>
      </p:nvGrpSpPr>
      <p:grpSpPr>
        <a:xfrm>
          <a:off x="0" y="0"/>
          <a:ext cx="0" cy="0"/>
          <a:chOff x="0" y="0"/>
          <a:chExt cx="0" cy="0"/>
        </a:xfrm>
      </p:grpSpPr>
      <p:pic>
        <p:nvPicPr>
          <p:cNvPr id="8" name="Kuva 7">
            <a:extLst>
              <a:ext uri="{FF2B5EF4-FFF2-40B4-BE49-F238E27FC236}">
                <a16:creationId xmlns:a16="http://schemas.microsoft.com/office/drawing/2014/main" id="{DE16561F-F2B1-C740-146C-482A9B3A4B3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928247" y="-571064"/>
            <a:ext cx="8225739" cy="7484245"/>
          </a:xfrm>
          <a:prstGeom prst="rect">
            <a:avLst/>
          </a:prstGeom>
        </p:spPr>
      </p:pic>
      <p:sp>
        <p:nvSpPr>
          <p:cNvPr id="3" name="Päivämäärän paikkamerkki 2">
            <a:extLst>
              <a:ext uri="{FF2B5EF4-FFF2-40B4-BE49-F238E27FC236}">
                <a16:creationId xmlns:a16="http://schemas.microsoft.com/office/drawing/2014/main" id="{DC31F003-747B-487D-A85D-A22E0F2A9E10}"/>
              </a:ext>
            </a:extLst>
          </p:cNvPr>
          <p:cNvSpPr>
            <a:spLocks noGrp="1"/>
          </p:cNvSpPr>
          <p:nvPr>
            <p:ph type="dt" sz="half" idx="15"/>
          </p:nvPr>
        </p:nvSpPr>
        <p:spPr/>
        <p:txBody>
          <a:bodyPr/>
          <a:lstStyle/>
          <a:p>
            <a:endParaRPr lang="en-GB"/>
          </a:p>
        </p:txBody>
      </p:sp>
      <p:sp>
        <p:nvSpPr>
          <p:cNvPr id="10" name="Dian numeron paikkamerkki 9">
            <a:extLst>
              <a:ext uri="{FF2B5EF4-FFF2-40B4-BE49-F238E27FC236}">
                <a16:creationId xmlns:a16="http://schemas.microsoft.com/office/drawing/2014/main" id="{D5B21EC6-3C9F-4DD7-BF53-804430B77FAA}"/>
              </a:ext>
            </a:extLst>
          </p:cNvPr>
          <p:cNvSpPr>
            <a:spLocks noGrp="1"/>
          </p:cNvSpPr>
          <p:nvPr>
            <p:ph type="sldNum" sz="quarter" idx="17"/>
          </p:nvPr>
        </p:nvSpPr>
        <p:spPr/>
        <p:txBody>
          <a:bodyPr/>
          <a:lstStyle/>
          <a:p>
            <a:pPr algn="l"/>
            <a:fld id="{9F8BF3E7-3DB2-4DD0-B26C-3E1D5E120A4D}" type="slidenum">
              <a:rPr lang="en-GB" smtClean="0"/>
              <a:pPr algn="l"/>
              <a:t>‹#›</a:t>
            </a:fld>
            <a:endParaRPr lang="en-GB"/>
          </a:p>
        </p:txBody>
      </p:sp>
      <p:sp>
        <p:nvSpPr>
          <p:cNvPr id="2" name="Tekstin paikkamerkki 12">
            <a:extLst>
              <a:ext uri="{FF2B5EF4-FFF2-40B4-BE49-F238E27FC236}">
                <a16:creationId xmlns:a16="http://schemas.microsoft.com/office/drawing/2014/main" id="{B32EBEBA-3731-7D24-7057-E4D3D0084718}"/>
              </a:ext>
            </a:extLst>
          </p:cNvPr>
          <p:cNvSpPr>
            <a:spLocks noGrp="1"/>
          </p:cNvSpPr>
          <p:nvPr>
            <p:ph type="body" sz="quarter" idx="18" hasCustomPrompt="1"/>
          </p:nvPr>
        </p:nvSpPr>
        <p:spPr>
          <a:xfrm>
            <a:off x="10992544" y="6318501"/>
            <a:ext cx="1008112" cy="422867"/>
          </a:xfrm>
          <a: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lIns="0" tIns="0" rIns="0" bIns="0" anchor="ctr" anchorCtr="0">
            <a:normAutofit/>
          </a:bodyPr>
          <a:lstStyle>
            <a:lvl1pPr marL="0" indent="0" algn="ctr">
              <a:lnSpc>
                <a:spcPct val="100000"/>
              </a:lnSpc>
              <a:spcBef>
                <a:spcPts val="0"/>
              </a:spcBef>
              <a:buNone/>
              <a:defRPr sz="200"/>
            </a:lvl1pPr>
            <a:lvl2pPr marL="457200" indent="0">
              <a:buNone/>
              <a:defRPr/>
            </a:lvl2pPr>
          </a:lstStyle>
          <a:p>
            <a:pPr lvl="0"/>
            <a:r>
              <a:rPr lang="fi-FI"/>
              <a:t> </a:t>
            </a:r>
          </a:p>
        </p:txBody>
      </p:sp>
      <p:sp>
        <p:nvSpPr>
          <p:cNvPr id="5" name="Content Placeholder 2">
            <a:extLst>
              <a:ext uri="{FF2B5EF4-FFF2-40B4-BE49-F238E27FC236}">
                <a16:creationId xmlns:a16="http://schemas.microsoft.com/office/drawing/2014/main" id="{B7D35172-F9E6-BFEE-926D-032A6E8445F9}"/>
              </a:ext>
            </a:extLst>
          </p:cNvPr>
          <p:cNvSpPr>
            <a:spLocks noGrp="1"/>
          </p:cNvSpPr>
          <p:nvPr>
            <p:ph idx="1" hasCustomPrompt="1"/>
          </p:nvPr>
        </p:nvSpPr>
        <p:spPr>
          <a:xfrm>
            <a:off x="551385" y="1844824"/>
            <a:ext cx="11089230" cy="3645753"/>
          </a:xfrm>
          <a:prstGeom prst="rect">
            <a:avLst/>
          </a:prstGeom>
        </p:spPr>
        <p:txBody>
          <a:bodyPr/>
          <a:lstStyle>
            <a:lvl1pPr marL="0" indent="0">
              <a:lnSpc>
                <a:spcPct val="100000"/>
              </a:lnSpc>
              <a:spcAft>
                <a:spcPts val="600"/>
              </a:spcAft>
              <a:buFont typeface="Arial" panose="020B0604020202020204" pitchFamily="34" charset="0"/>
              <a:buNone/>
              <a:defRPr sz="2100"/>
            </a:lvl1pPr>
            <a:lvl2pPr marL="358775" indent="0">
              <a:lnSpc>
                <a:spcPct val="100000"/>
              </a:lnSpc>
              <a:buFont typeface="Arial" panose="020B0604020202020204" pitchFamily="34" charset="0"/>
              <a:buNone/>
              <a:defRPr/>
            </a:lvl2pPr>
            <a:lvl3pPr marL="717550" indent="0">
              <a:lnSpc>
                <a:spcPct val="100000"/>
              </a:lnSpc>
              <a:buFont typeface="Arial" panose="020B0604020202020204" pitchFamily="34" charset="0"/>
              <a:buNone/>
              <a:defRPr/>
            </a:lvl3pPr>
            <a:lvl4pPr marL="985838" indent="0">
              <a:lnSpc>
                <a:spcPct val="100000"/>
              </a:lnSpc>
              <a:buFont typeface="Arial" panose="020B0604020202020204" pitchFamily="34" charset="0"/>
              <a:buNone/>
              <a:defRPr/>
            </a:lvl4pPr>
            <a:lvl5pPr marL="1255712" indent="0">
              <a:lnSpc>
                <a:spcPct val="100000"/>
              </a:lnSpc>
              <a:buFont typeface="Arial" panose="020B0604020202020204" pitchFamily="34" charset="0"/>
              <a:buNone/>
              <a:defRPr/>
            </a:lvl5pPr>
          </a:lstStyle>
          <a:p>
            <a:pPr lvl="0"/>
            <a:r>
              <a:rPr lang="fi-FI" err="1"/>
              <a:t>Click</a:t>
            </a:r>
            <a:r>
              <a:rPr lang="fi-FI"/>
              <a:t> to </a:t>
            </a:r>
            <a:r>
              <a:rPr lang="fi-FI" err="1"/>
              <a:t>edit</a:t>
            </a:r>
            <a:r>
              <a:rPr lang="fi-FI"/>
              <a:t> </a:t>
            </a:r>
            <a:r>
              <a:rPr lang="fi-FI" err="1"/>
              <a:t>basic</a:t>
            </a:r>
            <a:r>
              <a:rPr lang="fi-FI"/>
              <a:t> </a:t>
            </a:r>
            <a:r>
              <a:rPr lang="fi-FI" err="1"/>
              <a:t>text</a:t>
            </a:r>
            <a:r>
              <a:rPr lang="fi-FI"/>
              <a:t> </a:t>
            </a:r>
            <a:r>
              <a:rPr lang="fi-FI" err="1"/>
              <a:t>styles</a:t>
            </a:r>
            <a:endParaRPr lang="fi-FI"/>
          </a:p>
          <a:p>
            <a:pPr lvl="1"/>
            <a:r>
              <a:rPr lang="fi-FI"/>
              <a:t>Second </a:t>
            </a:r>
            <a:r>
              <a:rPr lang="fi-FI" err="1"/>
              <a:t>level</a:t>
            </a:r>
            <a:endParaRPr lang="fi-FI"/>
          </a:p>
          <a:p>
            <a:pPr lvl="2"/>
            <a:r>
              <a:rPr lang="fi-FI"/>
              <a:t>Third </a:t>
            </a:r>
            <a:r>
              <a:rPr lang="fi-FI" err="1"/>
              <a:t>level</a:t>
            </a:r>
            <a:endParaRPr lang="fi-FI"/>
          </a:p>
          <a:p>
            <a:pPr lvl="3"/>
            <a:r>
              <a:rPr lang="fi-FI" err="1"/>
              <a:t>Fourth</a:t>
            </a:r>
            <a:r>
              <a:rPr lang="fi-FI"/>
              <a:t> </a:t>
            </a:r>
            <a:r>
              <a:rPr lang="fi-FI" err="1"/>
              <a:t>level</a:t>
            </a:r>
            <a:endParaRPr lang="fi-FI"/>
          </a:p>
          <a:p>
            <a:pPr lvl="4"/>
            <a:r>
              <a:rPr lang="fi-FI"/>
              <a:t>Level 5</a:t>
            </a:r>
            <a:endParaRPr lang="en-GB"/>
          </a:p>
        </p:txBody>
      </p:sp>
      <p:sp>
        <p:nvSpPr>
          <p:cNvPr id="7" name="Tekstin paikkamerkki 10">
            <a:extLst>
              <a:ext uri="{FF2B5EF4-FFF2-40B4-BE49-F238E27FC236}">
                <a16:creationId xmlns:a16="http://schemas.microsoft.com/office/drawing/2014/main" id="{3F35D83D-63FC-9E39-B67E-DA87480A2F94}"/>
              </a:ext>
            </a:extLst>
          </p:cNvPr>
          <p:cNvSpPr>
            <a:spLocks noGrp="1"/>
          </p:cNvSpPr>
          <p:nvPr>
            <p:ph type="body" sz="quarter" idx="20" hasCustomPrompt="1"/>
          </p:nvPr>
        </p:nvSpPr>
        <p:spPr>
          <a:xfrm>
            <a:off x="561601" y="476672"/>
            <a:ext cx="11079014" cy="720080"/>
          </a:xfrm>
        </p:spPr>
        <p:txBody>
          <a:bodyPr anchor="ctr" anchorCtr="0">
            <a:noAutofit/>
          </a:bodyPr>
          <a:lstStyle>
            <a:lvl1pPr>
              <a:lnSpc>
                <a:spcPct val="80000"/>
              </a:lnSpc>
              <a:spcBef>
                <a:spcPts val="0"/>
              </a:spcBef>
              <a:defRPr sz="5000" b="1" spc="-100" baseline="0">
                <a:latin typeface="+mj-lt"/>
              </a:defRPr>
            </a:lvl1pPr>
          </a:lstStyle>
          <a:p>
            <a:pPr lvl="0"/>
            <a:r>
              <a:rPr lang="fi-FI"/>
              <a:t>CLICK TO ADD TITLE</a:t>
            </a:r>
          </a:p>
        </p:txBody>
      </p:sp>
    </p:spTree>
    <p:extLst>
      <p:ext uri="{BB962C8B-B14F-4D97-AF65-F5344CB8AC3E}">
        <p14:creationId xmlns:p14="http://schemas.microsoft.com/office/powerpoint/2010/main" val="114551839"/>
      </p:ext>
    </p:extLst>
  </p:cSld>
  <p:clrMapOvr>
    <a:masterClrMapping/>
  </p:clrMapOvr>
  <mc:AlternateContent xmlns:mc="http://schemas.openxmlformats.org/markup-compatibility/2006" xmlns:p14="http://schemas.microsoft.com/office/powerpoint/2010/main">
    <mc:Choice Requires="p14">
      <p:transition spd="med">
        <p14:flip dir="r"/>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Sisältösivu kuvalla 3">
    <p:spTree>
      <p:nvGrpSpPr>
        <p:cNvPr id="1" name=""/>
        <p:cNvGrpSpPr/>
        <p:nvPr/>
      </p:nvGrpSpPr>
      <p:grpSpPr>
        <a:xfrm>
          <a:off x="0" y="0"/>
          <a:ext cx="0" cy="0"/>
          <a:chOff x="0" y="0"/>
          <a:chExt cx="0" cy="0"/>
        </a:xfrm>
      </p:grpSpPr>
      <p:pic>
        <p:nvPicPr>
          <p:cNvPr id="16" name="Kuva 15" descr="Kuva, joka sisältää kohteen vaate, henkilö, Ihmisen kasvot, mies&#10;&#10;Kuvaus luotu automaattisesti">
            <a:extLst>
              <a:ext uri="{FF2B5EF4-FFF2-40B4-BE49-F238E27FC236}">
                <a16:creationId xmlns:a16="http://schemas.microsoft.com/office/drawing/2014/main" id="{645CD9E5-6BA3-2170-9183-BB10555ED9E4}"/>
              </a:ext>
            </a:extLst>
          </p:cNvPr>
          <p:cNvPicPr>
            <a:picLocks noGrp="1" noRot="1" noChangeAspect="1" noMove="1" noResize="1" noEditPoints="1" noAdjustHandles="1" noChangeArrowheads="1" noChangeShapeType="1" noCrop="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Päivämäärän paikkamerkki 2">
            <a:extLst>
              <a:ext uri="{FF2B5EF4-FFF2-40B4-BE49-F238E27FC236}">
                <a16:creationId xmlns:a16="http://schemas.microsoft.com/office/drawing/2014/main" id="{DC31F003-747B-487D-A85D-A22E0F2A9E10}"/>
              </a:ext>
            </a:extLst>
          </p:cNvPr>
          <p:cNvSpPr>
            <a:spLocks noGrp="1"/>
          </p:cNvSpPr>
          <p:nvPr>
            <p:ph type="dt" sz="half" idx="15"/>
          </p:nvPr>
        </p:nvSpPr>
        <p:spPr/>
        <p:txBody>
          <a:bodyPr/>
          <a:lstStyle>
            <a:lvl1pPr>
              <a:defRPr>
                <a:solidFill>
                  <a:schemeClr val="bg1"/>
                </a:solidFill>
              </a:defRPr>
            </a:lvl1pPr>
          </a:lstStyle>
          <a:p>
            <a:endParaRPr lang="en-GB"/>
          </a:p>
        </p:txBody>
      </p:sp>
      <p:sp>
        <p:nvSpPr>
          <p:cNvPr id="10" name="Dian numeron paikkamerkki 9">
            <a:extLst>
              <a:ext uri="{FF2B5EF4-FFF2-40B4-BE49-F238E27FC236}">
                <a16:creationId xmlns:a16="http://schemas.microsoft.com/office/drawing/2014/main" id="{D5B21EC6-3C9F-4DD7-BF53-804430B77FAA}"/>
              </a:ext>
            </a:extLst>
          </p:cNvPr>
          <p:cNvSpPr>
            <a:spLocks noGrp="1"/>
          </p:cNvSpPr>
          <p:nvPr>
            <p:ph type="sldNum" sz="quarter" idx="17"/>
          </p:nvPr>
        </p:nvSpPr>
        <p:spPr/>
        <p:txBody>
          <a:bodyPr/>
          <a:lstStyle>
            <a:lvl1pPr>
              <a:defRPr>
                <a:solidFill>
                  <a:schemeClr val="bg1"/>
                </a:solidFill>
              </a:defRPr>
            </a:lvl1pPr>
          </a:lstStyle>
          <a:p>
            <a:pPr algn="l"/>
            <a:fld id="{9F8BF3E7-3DB2-4DD0-B26C-3E1D5E120A4D}" type="slidenum">
              <a:rPr lang="en-GB" smtClean="0"/>
              <a:pPr algn="l"/>
              <a:t>‹#›</a:t>
            </a:fld>
            <a:endParaRPr lang="en-GB"/>
          </a:p>
        </p:txBody>
      </p:sp>
      <p:sp>
        <p:nvSpPr>
          <p:cNvPr id="12" name="Tekstin paikkamerkki 12">
            <a:extLst>
              <a:ext uri="{FF2B5EF4-FFF2-40B4-BE49-F238E27FC236}">
                <a16:creationId xmlns:a16="http://schemas.microsoft.com/office/drawing/2014/main" id="{DD345C4B-DE9F-0E48-21EA-ECDF3BD54EF3}"/>
              </a:ext>
            </a:extLst>
          </p:cNvPr>
          <p:cNvSpPr>
            <a:spLocks noGrp="1"/>
          </p:cNvSpPr>
          <p:nvPr>
            <p:ph type="body" sz="quarter" idx="18" hasCustomPrompt="1"/>
          </p:nvPr>
        </p:nvSpPr>
        <p:spPr>
          <a:xfrm>
            <a:off x="10992544" y="6314348"/>
            <a:ext cx="1018012" cy="427020"/>
          </a:xfrm>
          <a: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lIns="0" tIns="0" rIns="0" bIns="0" anchor="ctr" anchorCtr="0">
            <a:normAutofit/>
          </a:bodyPr>
          <a:lstStyle>
            <a:lvl1pPr marL="0" indent="0" algn="ctr">
              <a:lnSpc>
                <a:spcPct val="100000"/>
              </a:lnSpc>
              <a:spcBef>
                <a:spcPts val="0"/>
              </a:spcBef>
              <a:buNone/>
              <a:defRPr sz="200"/>
            </a:lvl1pPr>
            <a:lvl2pPr marL="457200" indent="0">
              <a:buNone/>
              <a:defRPr/>
            </a:lvl2pPr>
          </a:lstStyle>
          <a:p>
            <a:pPr lvl="0"/>
            <a:r>
              <a:rPr lang="fi-FI"/>
              <a:t> </a:t>
            </a:r>
          </a:p>
        </p:txBody>
      </p:sp>
      <p:sp>
        <p:nvSpPr>
          <p:cNvPr id="2" name="Content Placeholder 2">
            <a:extLst>
              <a:ext uri="{FF2B5EF4-FFF2-40B4-BE49-F238E27FC236}">
                <a16:creationId xmlns:a16="http://schemas.microsoft.com/office/drawing/2014/main" id="{0DBB8BE6-2DBD-379A-02FD-AB92EE5EFC69}"/>
              </a:ext>
            </a:extLst>
          </p:cNvPr>
          <p:cNvSpPr>
            <a:spLocks noGrp="1"/>
          </p:cNvSpPr>
          <p:nvPr>
            <p:ph idx="1" hasCustomPrompt="1"/>
          </p:nvPr>
        </p:nvSpPr>
        <p:spPr>
          <a:xfrm>
            <a:off x="551385" y="1844824"/>
            <a:ext cx="7117934" cy="4149809"/>
          </a:xfrm>
          <a:prstGeom prst="rect">
            <a:avLst/>
          </a:prstGeom>
        </p:spPr>
        <p:txBody>
          <a:bodyPr/>
          <a:lstStyle>
            <a:lvl1pPr marL="0" indent="0">
              <a:lnSpc>
                <a:spcPct val="100000"/>
              </a:lnSpc>
              <a:spcAft>
                <a:spcPts val="600"/>
              </a:spcAft>
              <a:buFont typeface="Arial" panose="020B0604020202020204" pitchFamily="34" charset="0"/>
              <a:buNone/>
              <a:defRPr sz="2100">
                <a:solidFill>
                  <a:schemeClr val="bg1"/>
                </a:solidFill>
              </a:defRPr>
            </a:lvl1pPr>
            <a:lvl2pPr marL="358775" indent="0">
              <a:lnSpc>
                <a:spcPct val="100000"/>
              </a:lnSpc>
              <a:buFont typeface="Arial" panose="020B0604020202020204" pitchFamily="34" charset="0"/>
              <a:buNone/>
              <a:defRPr>
                <a:solidFill>
                  <a:schemeClr val="bg1"/>
                </a:solidFill>
              </a:defRPr>
            </a:lvl2pPr>
            <a:lvl3pPr marL="717550" indent="0">
              <a:lnSpc>
                <a:spcPct val="100000"/>
              </a:lnSpc>
              <a:buFont typeface="Arial" panose="020B0604020202020204" pitchFamily="34" charset="0"/>
              <a:buNone/>
              <a:defRPr>
                <a:solidFill>
                  <a:schemeClr val="bg1"/>
                </a:solidFill>
              </a:defRPr>
            </a:lvl3pPr>
            <a:lvl4pPr marL="985838" indent="0">
              <a:lnSpc>
                <a:spcPct val="100000"/>
              </a:lnSpc>
              <a:buFont typeface="Arial" panose="020B0604020202020204" pitchFamily="34" charset="0"/>
              <a:buNone/>
              <a:defRPr>
                <a:solidFill>
                  <a:schemeClr val="bg1"/>
                </a:solidFill>
              </a:defRPr>
            </a:lvl4pPr>
            <a:lvl5pPr marL="1255712" indent="0">
              <a:lnSpc>
                <a:spcPct val="100000"/>
              </a:lnSpc>
              <a:buFont typeface="Arial" panose="020B0604020202020204" pitchFamily="34" charset="0"/>
              <a:buNone/>
              <a:defRPr>
                <a:solidFill>
                  <a:schemeClr val="bg1"/>
                </a:solidFill>
              </a:defRPr>
            </a:lvl5pPr>
          </a:lstStyle>
          <a:p>
            <a:pPr lvl="0"/>
            <a:r>
              <a:rPr lang="fi-FI" err="1"/>
              <a:t>Click</a:t>
            </a:r>
            <a:r>
              <a:rPr lang="fi-FI"/>
              <a:t> to </a:t>
            </a:r>
            <a:r>
              <a:rPr lang="fi-FI" err="1"/>
              <a:t>edit</a:t>
            </a:r>
            <a:r>
              <a:rPr lang="fi-FI"/>
              <a:t> </a:t>
            </a:r>
            <a:r>
              <a:rPr lang="fi-FI" err="1"/>
              <a:t>basic</a:t>
            </a:r>
            <a:r>
              <a:rPr lang="fi-FI"/>
              <a:t> </a:t>
            </a:r>
            <a:r>
              <a:rPr lang="fi-FI" err="1"/>
              <a:t>text</a:t>
            </a:r>
            <a:r>
              <a:rPr lang="fi-FI"/>
              <a:t> </a:t>
            </a:r>
            <a:r>
              <a:rPr lang="fi-FI" err="1"/>
              <a:t>styles</a:t>
            </a:r>
            <a:endParaRPr lang="fi-FI"/>
          </a:p>
          <a:p>
            <a:pPr lvl="1"/>
            <a:r>
              <a:rPr lang="fi-FI"/>
              <a:t>Second </a:t>
            </a:r>
            <a:r>
              <a:rPr lang="fi-FI" err="1"/>
              <a:t>level</a:t>
            </a:r>
            <a:endParaRPr lang="fi-FI"/>
          </a:p>
          <a:p>
            <a:pPr lvl="2"/>
            <a:r>
              <a:rPr lang="fi-FI"/>
              <a:t>Third </a:t>
            </a:r>
            <a:r>
              <a:rPr lang="fi-FI" err="1"/>
              <a:t>level</a:t>
            </a:r>
            <a:endParaRPr lang="fi-FI"/>
          </a:p>
          <a:p>
            <a:pPr lvl="3"/>
            <a:r>
              <a:rPr lang="fi-FI" err="1"/>
              <a:t>Fourth</a:t>
            </a:r>
            <a:r>
              <a:rPr lang="fi-FI"/>
              <a:t> </a:t>
            </a:r>
            <a:r>
              <a:rPr lang="fi-FI" err="1"/>
              <a:t>level</a:t>
            </a:r>
            <a:endParaRPr lang="fi-FI"/>
          </a:p>
          <a:p>
            <a:pPr lvl="4"/>
            <a:r>
              <a:rPr lang="fi-FI"/>
              <a:t>Level 5</a:t>
            </a:r>
            <a:endParaRPr lang="en-GB"/>
          </a:p>
        </p:txBody>
      </p:sp>
      <p:sp>
        <p:nvSpPr>
          <p:cNvPr id="5" name="Tekstin paikkamerkki 10">
            <a:extLst>
              <a:ext uri="{FF2B5EF4-FFF2-40B4-BE49-F238E27FC236}">
                <a16:creationId xmlns:a16="http://schemas.microsoft.com/office/drawing/2014/main" id="{5F36BD2E-71DE-B810-F34F-A68C1B222E87}"/>
              </a:ext>
            </a:extLst>
          </p:cNvPr>
          <p:cNvSpPr>
            <a:spLocks noGrp="1"/>
          </p:cNvSpPr>
          <p:nvPr>
            <p:ph type="body" sz="quarter" idx="19" hasCustomPrompt="1"/>
          </p:nvPr>
        </p:nvSpPr>
        <p:spPr>
          <a:xfrm>
            <a:off x="561600" y="476672"/>
            <a:ext cx="7406607" cy="864096"/>
          </a:xfrm>
        </p:spPr>
        <p:txBody>
          <a:bodyPr anchor="ctr" anchorCtr="0">
            <a:noAutofit/>
          </a:bodyPr>
          <a:lstStyle>
            <a:lvl1pPr>
              <a:lnSpc>
                <a:spcPct val="80000"/>
              </a:lnSpc>
              <a:spcBef>
                <a:spcPts val="0"/>
              </a:spcBef>
              <a:defRPr sz="5000" b="0" spc="-100" baseline="0">
                <a:solidFill>
                  <a:schemeClr val="bg1"/>
                </a:solidFill>
                <a:latin typeface="+mj-lt"/>
                <a:cs typeface="DINPro-CondBold" panose="020B0806020101010102" pitchFamily="34" charset="0"/>
              </a:defRPr>
            </a:lvl1pPr>
          </a:lstStyle>
          <a:p>
            <a:pPr lvl="0"/>
            <a:r>
              <a:rPr lang="fi-FI"/>
              <a:t>CLICK TO ADD TITLE</a:t>
            </a:r>
          </a:p>
        </p:txBody>
      </p:sp>
    </p:spTree>
    <p:extLst>
      <p:ext uri="{BB962C8B-B14F-4D97-AF65-F5344CB8AC3E}">
        <p14:creationId xmlns:p14="http://schemas.microsoft.com/office/powerpoint/2010/main" val="1692827376"/>
      </p:ext>
    </p:extLst>
  </p:cSld>
  <p:clrMapOvr>
    <a:masterClrMapping/>
  </p:clrMapOvr>
  <mc:AlternateContent xmlns:mc="http://schemas.openxmlformats.org/markup-compatibility/2006" xmlns:p14="http://schemas.microsoft.com/office/powerpoint/2010/main">
    <mc:Choice Requires="p14">
      <p:transition spd="med">
        <p14:flip dir="r"/>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Sisältö kokosivu B">
    <p:spTree>
      <p:nvGrpSpPr>
        <p:cNvPr id="1" name=""/>
        <p:cNvGrpSpPr/>
        <p:nvPr/>
      </p:nvGrpSpPr>
      <p:grpSpPr>
        <a:xfrm>
          <a:off x="0" y="0"/>
          <a:ext cx="0" cy="0"/>
          <a:chOff x="0" y="0"/>
          <a:chExt cx="0" cy="0"/>
        </a:xfrm>
      </p:grpSpPr>
      <p:pic>
        <p:nvPicPr>
          <p:cNvPr id="8" name="Kuva 7">
            <a:extLst>
              <a:ext uri="{FF2B5EF4-FFF2-40B4-BE49-F238E27FC236}">
                <a16:creationId xmlns:a16="http://schemas.microsoft.com/office/drawing/2014/main" id="{DE16561F-F2B1-C740-146C-482A9B3A4B3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928247" y="-571064"/>
            <a:ext cx="8225739" cy="7484245"/>
          </a:xfrm>
          <a:prstGeom prst="rect">
            <a:avLst/>
          </a:prstGeom>
        </p:spPr>
      </p:pic>
      <p:grpSp>
        <p:nvGrpSpPr>
          <p:cNvPr id="9" name="Ryhmä 8">
            <a:extLst>
              <a:ext uri="{FF2B5EF4-FFF2-40B4-BE49-F238E27FC236}">
                <a16:creationId xmlns:a16="http://schemas.microsoft.com/office/drawing/2014/main" id="{D8186092-0AB8-9BDB-E5B0-833059A182B7}"/>
              </a:ext>
            </a:extLst>
          </p:cNvPr>
          <p:cNvGrpSpPr/>
          <p:nvPr userDrawn="1"/>
        </p:nvGrpSpPr>
        <p:grpSpPr>
          <a:xfrm>
            <a:off x="8571702" y="0"/>
            <a:ext cx="3620297" cy="6858000"/>
            <a:chOff x="8571702" y="0"/>
            <a:chExt cx="3620297" cy="6858000"/>
          </a:xfrm>
        </p:grpSpPr>
        <p:pic>
          <p:nvPicPr>
            <p:cNvPr id="11" name="Kuva 10">
              <a:extLst>
                <a:ext uri="{FF2B5EF4-FFF2-40B4-BE49-F238E27FC236}">
                  <a16:creationId xmlns:a16="http://schemas.microsoft.com/office/drawing/2014/main" id="{8C16F7C9-D759-CF2A-28E4-59D9E5A3022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571702" y="0"/>
              <a:ext cx="3365890" cy="6858000"/>
            </a:xfrm>
            <a:prstGeom prst="rect">
              <a:avLst/>
            </a:prstGeom>
          </p:spPr>
        </p:pic>
        <p:sp>
          <p:nvSpPr>
            <p:cNvPr id="12" name="Suorakulmio 11">
              <a:extLst>
                <a:ext uri="{FF2B5EF4-FFF2-40B4-BE49-F238E27FC236}">
                  <a16:creationId xmlns:a16="http://schemas.microsoft.com/office/drawing/2014/main" id="{E908FA4F-6A32-EF38-DE51-5BC113372FC9}"/>
                </a:ext>
              </a:extLst>
            </p:cNvPr>
            <p:cNvSpPr/>
            <p:nvPr userDrawn="1"/>
          </p:nvSpPr>
          <p:spPr>
            <a:xfrm>
              <a:off x="11929708" y="0"/>
              <a:ext cx="262291"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FI"/>
            </a:p>
          </p:txBody>
        </p:sp>
      </p:grpSp>
      <p:sp>
        <p:nvSpPr>
          <p:cNvPr id="3" name="Päivämäärän paikkamerkki 2">
            <a:extLst>
              <a:ext uri="{FF2B5EF4-FFF2-40B4-BE49-F238E27FC236}">
                <a16:creationId xmlns:a16="http://schemas.microsoft.com/office/drawing/2014/main" id="{DC31F003-747B-487D-A85D-A22E0F2A9E10}"/>
              </a:ext>
            </a:extLst>
          </p:cNvPr>
          <p:cNvSpPr>
            <a:spLocks noGrp="1"/>
          </p:cNvSpPr>
          <p:nvPr>
            <p:ph type="dt" sz="half" idx="15"/>
          </p:nvPr>
        </p:nvSpPr>
        <p:spPr/>
        <p:txBody>
          <a:bodyPr/>
          <a:lstStyle/>
          <a:p>
            <a:endParaRPr lang="en-GB"/>
          </a:p>
        </p:txBody>
      </p:sp>
      <p:sp>
        <p:nvSpPr>
          <p:cNvPr id="10" name="Dian numeron paikkamerkki 9">
            <a:extLst>
              <a:ext uri="{FF2B5EF4-FFF2-40B4-BE49-F238E27FC236}">
                <a16:creationId xmlns:a16="http://schemas.microsoft.com/office/drawing/2014/main" id="{D5B21EC6-3C9F-4DD7-BF53-804430B77FAA}"/>
              </a:ext>
            </a:extLst>
          </p:cNvPr>
          <p:cNvSpPr>
            <a:spLocks noGrp="1"/>
          </p:cNvSpPr>
          <p:nvPr>
            <p:ph type="sldNum" sz="quarter" idx="17"/>
          </p:nvPr>
        </p:nvSpPr>
        <p:spPr/>
        <p:txBody>
          <a:bodyPr/>
          <a:lstStyle/>
          <a:p>
            <a:pPr algn="l"/>
            <a:fld id="{9F8BF3E7-3DB2-4DD0-B26C-3E1D5E120A4D}" type="slidenum">
              <a:rPr lang="en-GB" smtClean="0"/>
              <a:pPr algn="l"/>
              <a:t>‹#›</a:t>
            </a:fld>
            <a:endParaRPr lang="en-GB"/>
          </a:p>
        </p:txBody>
      </p:sp>
      <p:sp>
        <p:nvSpPr>
          <p:cNvPr id="5" name="Tekstin paikkamerkki 10">
            <a:extLst>
              <a:ext uri="{FF2B5EF4-FFF2-40B4-BE49-F238E27FC236}">
                <a16:creationId xmlns:a16="http://schemas.microsoft.com/office/drawing/2014/main" id="{60D928A0-92C9-ABB0-530C-023FA0D75C2B}"/>
              </a:ext>
            </a:extLst>
          </p:cNvPr>
          <p:cNvSpPr>
            <a:spLocks noGrp="1"/>
          </p:cNvSpPr>
          <p:nvPr>
            <p:ph type="body" sz="quarter" idx="20" hasCustomPrompt="1"/>
          </p:nvPr>
        </p:nvSpPr>
        <p:spPr>
          <a:xfrm>
            <a:off x="561601" y="926908"/>
            <a:ext cx="11079014" cy="1080120"/>
          </a:xfrm>
        </p:spPr>
        <p:txBody>
          <a:bodyPr>
            <a:noAutofit/>
          </a:bodyPr>
          <a:lstStyle>
            <a:lvl1pPr>
              <a:lnSpc>
                <a:spcPct val="80000"/>
              </a:lnSpc>
              <a:spcBef>
                <a:spcPts val="0"/>
              </a:spcBef>
              <a:defRPr sz="5000" b="1" spc="-100" baseline="0">
                <a:latin typeface="+mj-lt"/>
              </a:defRPr>
            </a:lvl1pPr>
          </a:lstStyle>
          <a:p>
            <a:pPr lvl="0"/>
            <a:r>
              <a:rPr lang="fi-FI"/>
              <a:t>CLICK TO ADD TITLE</a:t>
            </a:r>
          </a:p>
        </p:txBody>
      </p:sp>
      <p:sp>
        <p:nvSpPr>
          <p:cNvPr id="2" name="Tekstin paikkamerkki 12">
            <a:extLst>
              <a:ext uri="{FF2B5EF4-FFF2-40B4-BE49-F238E27FC236}">
                <a16:creationId xmlns:a16="http://schemas.microsoft.com/office/drawing/2014/main" id="{B32EBEBA-3731-7D24-7057-E4D3D0084718}"/>
              </a:ext>
            </a:extLst>
          </p:cNvPr>
          <p:cNvSpPr>
            <a:spLocks noGrp="1"/>
          </p:cNvSpPr>
          <p:nvPr>
            <p:ph type="body" sz="quarter" idx="18" hasCustomPrompt="1"/>
          </p:nvPr>
        </p:nvSpPr>
        <p:spPr>
          <a:xfrm>
            <a:off x="10992544" y="6318501"/>
            <a:ext cx="1008112" cy="422867"/>
          </a:xfrm>
          <a: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p:spPr>
        <p:txBody>
          <a:bodyPr lIns="0" tIns="0" rIns="0" bIns="0" anchor="ctr" anchorCtr="0">
            <a:normAutofit/>
          </a:bodyPr>
          <a:lstStyle>
            <a:lvl1pPr marL="0" indent="0" algn="ctr">
              <a:lnSpc>
                <a:spcPct val="100000"/>
              </a:lnSpc>
              <a:spcBef>
                <a:spcPts val="0"/>
              </a:spcBef>
              <a:buNone/>
              <a:defRPr sz="200"/>
            </a:lvl1pPr>
            <a:lvl2pPr marL="457200" indent="0">
              <a:buNone/>
              <a:defRPr/>
            </a:lvl2pPr>
          </a:lstStyle>
          <a:p>
            <a:pPr lvl="0"/>
            <a:r>
              <a:rPr lang="fi-FI"/>
              <a:t> </a:t>
            </a:r>
          </a:p>
        </p:txBody>
      </p:sp>
      <p:sp>
        <p:nvSpPr>
          <p:cNvPr id="6" name="Tekstin paikkamerkki 5">
            <a:extLst>
              <a:ext uri="{FF2B5EF4-FFF2-40B4-BE49-F238E27FC236}">
                <a16:creationId xmlns:a16="http://schemas.microsoft.com/office/drawing/2014/main" id="{9E680BE3-DC31-90BF-B1E0-EA02C570AF73}"/>
              </a:ext>
            </a:extLst>
          </p:cNvPr>
          <p:cNvSpPr>
            <a:spLocks noGrp="1"/>
          </p:cNvSpPr>
          <p:nvPr>
            <p:ph type="body" sz="quarter" idx="21" hasCustomPrompt="1"/>
          </p:nvPr>
        </p:nvSpPr>
        <p:spPr>
          <a:xfrm>
            <a:off x="561975" y="404813"/>
            <a:ext cx="7405688" cy="360362"/>
          </a:xfrm>
        </p:spPr>
        <p:txBody>
          <a:bodyPr/>
          <a:lstStyle>
            <a:lvl1pPr>
              <a:defRPr>
                <a:solidFill>
                  <a:schemeClr val="accent1"/>
                </a:solidFill>
                <a:latin typeface="+mj-lt"/>
              </a:defRPr>
            </a:lvl1pPr>
          </a:lstStyle>
          <a:p>
            <a:pPr lvl="0"/>
            <a:r>
              <a:rPr lang="fi-FI" err="1"/>
              <a:t>Click</a:t>
            </a:r>
            <a:r>
              <a:rPr lang="fi-FI"/>
              <a:t> to </a:t>
            </a:r>
            <a:r>
              <a:rPr lang="fi-FI" err="1"/>
              <a:t>add</a:t>
            </a:r>
            <a:r>
              <a:rPr lang="fi-FI"/>
              <a:t> </a:t>
            </a:r>
            <a:r>
              <a:rPr lang="fi-FI" err="1"/>
              <a:t>subtitle</a:t>
            </a:r>
            <a:endParaRPr lang="fi-FI"/>
          </a:p>
        </p:txBody>
      </p:sp>
    </p:spTree>
    <p:extLst>
      <p:ext uri="{BB962C8B-B14F-4D97-AF65-F5344CB8AC3E}">
        <p14:creationId xmlns:p14="http://schemas.microsoft.com/office/powerpoint/2010/main" val="3061665139"/>
      </p:ext>
    </p:extLst>
  </p:cSld>
  <p:clrMapOvr>
    <a:masterClrMapping/>
  </p:clrMapOvr>
  <mc:AlternateContent xmlns:mc="http://schemas.openxmlformats.org/markup-compatibility/2006" xmlns:p14="http://schemas.microsoft.com/office/powerpoint/2010/main">
    <mc:Choice Requires="p14">
      <p:transition spd="med">
        <p14:flip dir="r"/>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Sisältösivu kuvalla 6">
    <p:spTree>
      <p:nvGrpSpPr>
        <p:cNvPr id="1" name=""/>
        <p:cNvGrpSpPr/>
        <p:nvPr/>
      </p:nvGrpSpPr>
      <p:grpSpPr>
        <a:xfrm>
          <a:off x="0" y="0"/>
          <a:ext cx="0" cy="0"/>
          <a:chOff x="0" y="0"/>
          <a:chExt cx="0" cy="0"/>
        </a:xfrm>
      </p:grpSpPr>
      <p:pic>
        <p:nvPicPr>
          <p:cNvPr id="4" name="Kuva 3" descr="Kuva, joka sisältää kohteen vaate, jalkineet, Ihmisen kasvot, seinä&#10;&#10;Kuvaus luotu automaattisesti">
            <a:extLst>
              <a:ext uri="{FF2B5EF4-FFF2-40B4-BE49-F238E27FC236}">
                <a16:creationId xmlns:a16="http://schemas.microsoft.com/office/drawing/2014/main" id="{7A29CB50-F2C4-DBF0-37BA-F67B4F7DE0C6}"/>
              </a:ext>
            </a:extLst>
          </p:cNvPr>
          <p:cNvPicPr>
            <a:picLocks noGrp="1" noRot="1" noChangeAspect="1" noMove="1" noResize="1" noEditPoints="1" noAdjustHandles="1" noChangeArrowheads="1" noChangeShapeType="1" noCrop="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Päivämäärän paikkamerkki 2">
            <a:extLst>
              <a:ext uri="{FF2B5EF4-FFF2-40B4-BE49-F238E27FC236}">
                <a16:creationId xmlns:a16="http://schemas.microsoft.com/office/drawing/2014/main" id="{DC31F003-747B-487D-A85D-A22E0F2A9E10}"/>
              </a:ext>
            </a:extLst>
          </p:cNvPr>
          <p:cNvSpPr>
            <a:spLocks noGrp="1"/>
          </p:cNvSpPr>
          <p:nvPr>
            <p:ph type="dt" sz="half" idx="15"/>
          </p:nvPr>
        </p:nvSpPr>
        <p:spPr/>
        <p:txBody>
          <a:bodyPr/>
          <a:lstStyle>
            <a:lvl1pPr>
              <a:defRPr>
                <a:solidFill>
                  <a:schemeClr val="bg1"/>
                </a:solidFill>
              </a:defRPr>
            </a:lvl1pPr>
          </a:lstStyle>
          <a:p>
            <a:endParaRPr lang="en-GB"/>
          </a:p>
        </p:txBody>
      </p:sp>
      <p:sp>
        <p:nvSpPr>
          <p:cNvPr id="10" name="Dian numeron paikkamerkki 9">
            <a:extLst>
              <a:ext uri="{FF2B5EF4-FFF2-40B4-BE49-F238E27FC236}">
                <a16:creationId xmlns:a16="http://schemas.microsoft.com/office/drawing/2014/main" id="{D5B21EC6-3C9F-4DD7-BF53-804430B77FAA}"/>
              </a:ext>
            </a:extLst>
          </p:cNvPr>
          <p:cNvSpPr>
            <a:spLocks noGrp="1"/>
          </p:cNvSpPr>
          <p:nvPr>
            <p:ph type="sldNum" sz="quarter" idx="17"/>
          </p:nvPr>
        </p:nvSpPr>
        <p:spPr/>
        <p:txBody>
          <a:bodyPr/>
          <a:lstStyle>
            <a:lvl1pPr>
              <a:defRPr>
                <a:solidFill>
                  <a:schemeClr val="bg1"/>
                </a:solidFill>
              </a:defRPr>
            </a:lvl1pPr>
          </a:lstStyle>
          <a:p>
            <a:pPr algn="l"/>
            <a:fld id="{9F8BF3E7-3DB2-4DD0-B26C-3E1D5E120A4D}" type="slidenum">
              <a:rPr lang="en-GB" smtClean="0"/>
              <a:pPr algn="l"/>
              <a:t>‹#›</a:t>
            </a:fld>
            <a:endParaRPr lang="en-GB"/>
          </a:p>
        </p:txBody>
      </p:sp>
      <p:sp>
        <p:nvSpPr>
          <p:cNvPr id="12" name="Tekstin paikkamerkki 12">
            <a:extLst>
              <a:ext uri="{FF2B5EF4-FFF2-40B4-BE49-F238E27FC236}">
                <a16:creationId xmlns:a16="http://schemas.microsoft.com/office/drawing/2014/main" id="{DD345C4B-DE9F-0E48-21EA-ECDF3BD54EF3}"/>
              </a:ext>
            </a:extLst>
          </p:cNvPr>
          <p:cNvSpPr>
            <a:spLocks noGrp="1"/>
          </p:cNvSpPr>
          <p:nvPr>
            <p:ph type="body" sz="quarter" idx="18" hasCustomPrompt="1"/>
          </p:nvPr>
        </p:nvSpPr>
        <p:spPr>
          <a:xfrm>
            <a:off x="10992544" y="6314348"/>
            <a:ext cx="1018012" cy="427020"/>
          </a:xfrm>
          <a: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lIns="0" tIns="0" rIns="0" bIns="0" anchor="ctr" anchorCtr="0">
            <a:normAutofit/>
          </a:bodyPr>
          <a:lstStyle>
            <a:lvl1pPr marL="0" indent="0" algn="ctr">
              <a:lnSpc>
                <a:spcPct val="100000"/>
              </a:lnSpc>
              <a:spcBef>
                <a:spcPts val="0"/>
              </a:spcBef>
              <a:buNone/>
              <a:defRPr sz="200"/>
            </a:lvl1pPr>
            <a:lvl2pPr marL="457200" indent="0">
              <a:buNone/>
              <a:defRPr/>
            </a:lvl2pPr>
          </a:lstStyle>
          <a:p>
            <a:pPr lvl="0"/>
            <a:r>
              <a:rPr lang="fi-FI"/>
              <a:t> </a:t>
            </a:r>
          </a:p>
        </p:txBody>
      </p:sp>
      <p:sp>
        <p:nvSpPr>
          <p:cNvPr id="2" name="Content Placeholder 2">
            <a:extLst>
              <a:ext uri="{FF2B5EF4-FFF2-40B4-BE49-F238E27FC236}">
                <a16:creationId xmlns:a16="http://schemas.microsoft.com/office/drawing/2014/main" id="{66266897-1BE0-BC29-22FA-4DBD9D6DBD02}"/>
              </a:ext>
            </a:extLst>
          </p:cNvPr>
          <p:cNvSpPr>
            <a:spLocks noGrp="1"/>
          </p:cNvSpPr>
          <p:nvPr>
            <p:ph idx="1" hasCustomPrompt="1"/>
          </p:nvPr>
        </p:nvSpPr>
        <p:spPr>
          <a:xfrm>
            <a:off x="551385" y="1844824"/>
            <a:ext cx="7117934" cy="4149809"/>
          </a:xfrm>
          <a:prstGeom prst="rect">
            <a:avLst/>
          </a:prstGeom>
        </p:spPr>
        <p:txBody>
          <a:bodyPr/>
          <a:lstStyle>
            <a:lvl1pPr marL="0" indent="0">
              <a:lnSpc>
                <a:spcPct val="100000"/>
              </a:lnSpc>
              <a:spcAft>
                <a:spcPts val="600"/>
              </a:spcAft>
              <a:buFont typeface="Arial" panose="020B0604020202020204" pitchFamily="34" charset="0"/>
              <a:buNone/>
              <a:defRPr sz="2100">
                <a:solidFill>
                  <a:schemeClr val="bg1"/>
                </a:solidFill>
              </a:defRPr>
            </a:lvl1pPr>
            <a:lvl2pPr marL="358775" indent="0">
              <a:lnSpc>
                <a:spcPct val="100000"/>
              </a:lnSpc>
              <a:buFont typeface="Arial" panose="020B0604020202020204" pitchFamily="34" charset="0"/>
              <a:buNone/>
              <a:defRPr>
                <a:solidFill>
                  <a:schemeClr val="bg1"/>
                </a:solidFill>
              </a:defRPr>
            </a:lvl2pPr>
            <a:lvl3pPr marL="717550" indent="0">
              <a:lnSpc>
                <a:spcPct val="100000"/>
              </a:lnSpc>
              <a:buFont typeface="Arial" panose="020B0604020202020204" pitchFamily="34" charset="0"/>
              <a:buNone/>
              <a:defRPr>
                <a:solidFill>
                  <a:schemeClr val="bg1"/>
                </a:solidFill>
              </a:defRPr>
            </a:lvl3pPr>
            <a:lvl4pPr marL="985838" indent="0">
              <a:lnSpc>
                <a:spcPct val="100000"/>
              </a:lnSpc>
              <a:buFont typeface="Arial" panose="020B0604020202020204" pitchFamily="34" charset="0"/>
              <a:buNone/>
              <a:defRPr>
                <a:solidFill>
                  <a:schemeClr val="bg1"/>
                </a:solidFill>
              </a:defRPr>
            </a:lvl4pPr>
            <a:lvl5pPr marL="1255712" indent="0">
              <a:lnSpc>
                <a:spcPct val="100000"/>
              </a:lnSpc>
              <a:buFont typeface="Arial" panose="020B0604020202020204" pitchFamily="34" charset="0"/>
              <a:buNone/>
              <a:defRPr>
                <a:solidFill>
                  <a:schemeClr val="bg1"/>
                </a:solidFill>
              </a:defRPr>
            </a:lvl5pPr>
          </a:lstStyle>
          <a:p>
            <a:pPr lvl="0"/>
            <a:r>
              <a:rPr lang="fi-FI" err="1"/>
              <a:t>Click</a:t>
            </a:r>
            <a:r>
              <a:rPr lang="fi-FI"/>
              <a:t> to </a:t>
            </a:r>
            <a:r>
              <a:rPr lang="fi-FI" err="1"/>
              <a:t>edit</a:t>
            </a:r>
            <a:r>
              <a:rPr lang="fi-FI"/>
              <a:t> </a:t>
            </a:r>
            <a:r>
              <a:rPr lang="fi-FI" err="1"/>
              <a:t>basic</a:t>
            </a:r>
            <a:r>
              <a:rPr lang="fi-FI"/>
              <a:t> </a:t>
            </a:r>
            <a:r>
              <a:rPr lang="fi-FI" err="1"/>
              <a:t>text</a:t>
            </a:r>
            <a:r>
              <a:rPr lang="fi-FI"/>
              <a:t> </a:t>
            </a:r>
            <a:r>
              <a:rPr lang="fi-FI" err="1"/>
              <a:t>styles</a:t>
            </a:r>
            <a:endParaRPr lang="fi-FI"/>
          </a:p>
          <a:p>
            <a:pPr lvl="1"/>
            <a:r>
              <a:rPr lang="fi-FI"/>
              <a:t>Second </a:t>
            </a:r>
            <a:r>
              <a:rPr lang="fi-FI" err="1"/>
              <a:t>level</a:t>
            </a:r>
            <a:endParaRPr lang="fi-FI"/>
          </a:p>
          <a:p>
            <a:pPr lvl="2"/>
            <a:r>
              <a:rPr lang="fi-FI"/>
              <a:t>Third </a:t>
            </a:r>
            <a:r>
              <a:rPr lang="fi-FI" err="1"/>
              <a:t>level</a:t>
            </a:r>
            <a:endParaRPr lang="fi-FI"/>
          </a:p>
          <a:p>
            <a:pPr lvl="3"/>
            <a:r>
              <a:rPr lang="fi-FI" err="1"/>
              <a:t>Fourth</a:t>
            </a:r>
            <a:r>
              <a:rPr lang="fi-FI"/>
              <a:t> </a:t>
            </a:r>
            <a:r>
              <a:rPr lang="fi-FI" err="1"/>
              <a:t>level</a:t>
            </a:r>
            <a:endParaRPr lang="fi-FI"/>
          </a:p>
          <a:p>
            <a:pPr lvl="4"/>
            <a:r>
              <a:rPr lang="fi-FI"/>
              <a:t>Level 5</a:t>
            </a:r>
            <a:endParaRPr lang="en-GB"/>
          </a:p>
        </p:txBody>
      </p:sp>
      <p:sp>
        <p:nvSpPr>
          <p:cNvPr id="6" name="Tekstin paikkamerkki 10">
            <a:extLst>
              <a:ext uri="{FF2B5EF4-FFF2-40B4-BE49-F238E27FC236}">
                <a16:creationId xmlns:a16="http://schemas.microsoft.com/office/drawing/2014/main" id="{F25666FF-FBFC-1A3A-3AFD-63AB3F0A1738}"/>
              </a:ext>
            </a:extLst>
          </p:cNvPr>
          <p:cNvSpPr>
            <a:spLocks noGrp="1"/>
          </p:cNvSpPr>
          <p:nvPr>
            <p:ph type="body" sz="quarter" idx="19" hasCustomPrompt="1"/>
          </p:nvPr>
        </p:nvSpPr>
        <p:spPr>
          <a:xfrm>
            <a:off x="561600" y="476672"/>
            <a:ext cx="7406607" cy="864096"/>
          </a:xfrm>
        </p:spPr>
        <p:txBody>
          <a:bodyPr anchor="ctr" anchorCtr="0">
            <a:noAutofit/>
          </a:bodyPr>
          <a:lstStyle>
            <a:lvl1pPr>
              <a:lnSpc>
                <a:spcPct val="80000"/>
              </a:lnSpc>
              <a:spcBef>
                <a:spcPts val="0"/>
              </a:spcBef>
              <a:defRPr sz="5000" b="0" spc="-100" baseline="0">
                <a:solidFill>
                  <a:schemeClr val="bg1"/>
                </a:solidFill>
                <a:latin typeface="+mj-lt"/>
                <a:cs typeface="DINPro-CondBold" panose="020B0806020101010102" pitchFamily="34" charset="0"/>
              </a:defRPr>
            </a:lvl1pPr>
          </a:lstStyle>
          <a:p>
            <a:pPr lvl="0"/>
            <a:r>
              <a:rPr lang="fi-FI"/>
              <a:t>CLICK TO ADD TITLE</a:t>
            </a:r>
          </a:p>
        </p:txBody>
      </p:sp>
    </p:spTree>
    <p:extLst>
      <p:ext uri="{BB962C8B-B14F-4D97-AF65-F5344CB8AC3E}">
        <p14:creationId xmlns:p14="http://schemas.microsoft.com/office/powerpoint/2010/main" val="4153736938"/>
      </p:ext>
    </p:extLst>
  </p:cSld>
  <p:clrMapOvr>
    <a:masterClrMapping/>
  </p:clrMapOvr>
  <mc:AlternateContent xmlns:mc="http://schemas.openxmlformats.org/markup-compatibility/2006" xmlns:p14="http://schemas.microsoft.com/office/powerpoint/2010/main">
    <mc:Choice Requires="p14">
      <p:transition spd="med">
        <p14:flip dir="r"/>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Otsikkosivu Emblem Orange">
    <p:bg>
      <p:bgPr>
        <a:solidFill>
          <a:schemeClr val="accent2"/>
        </a:solidFill>
        <a:effectLst/>
      </p:bgPr>
    </p:bg>
    <p:spTree>
      <p:nvGrpSpPr>
        <p:cNvPr id="1" name=""/>
        <p:cNvGrpSpPr/>
        <p:nvPr/>
      </p:nvGrpSpPr>
      <p:grpSpPr>
        <a:xfrm>
          <a:off x="0" y="0"/>
          <a:ext cx="0" cy="0"/>
          <a:chOff x="0" y="0"/>
          <a:chExt cx="0" cy="0"/>
        </a:xfrm>
      </p:grpSpPr>
      <p:pic>
        <p:nvPicPr>
          <p:cNvPr id="4" name="Kuva 3">
            <a:extLst>
              <a:ext uri="{FF2B5EF4-FFF2-40B4-BE49-F238E27FC236}">
                <a16:creationId xmlns:a16="http://schemas.microsoft.com/office/drawing/2014/main" id="{F364E2C6-468A-A52B-13CB-592F3545767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71664" y="404664"/>
            <a:ext cx="6048672" cy="6048672"/>
          </a:xfrm>
          <a:prstGeom prst="rect">
            <a:avLst/>
          </a:prstGeom>
        </p:spPr>
      </p:pic>
      <p:sp>
        <p:nvSpPr>
          <p:cNvPr id="2" name="Otsikko 1">
            <a:extLst>
              <a:ext uri="{FF2B5EF4-FFF2-40B4-BE49-F238E27FC236}">
                <a16:creationId xmlns:a16="http://schemas.microsoft.com/office/drawing/2014/main" id="{8360B873-ADD8-68A7-24AB-7959843C1B38}"/>
              </a:ext>
            </a:extLst>
          </p:cNvPr>
          <p:cNvSpPr>
            <a:spLocks noGrp="1"/>
          </p:cNvSpPr>
          <p:nvPr>
            <p:ph type="title" hasCustomPrompt="1"/>
          </p:nvPr>
        </p:nvSpPr>
        <p:spPr>
          <a:xfrm>
            <a:off x="550800" y="3069197"/>
            <a:ext cx="11089816" cy="719605"/>
          </a:xfrm>
          <a:prstGeom prst="rect">
            <a:avLst/>
          </a:prstGeom>
        </p:spPr>
        <p:txBody>
          <a:bodyPr/>
          <a:lstStyle>
            <a:lvl1pPr algn="ctr">
              <a:defRPr sz="5000">
                <a:solidFill>
                  <a:schemeClr val="bg1"/>
                </a:solidFill>
              </a:defRPr>
            </a:lvl1pPr>
          </a:lstStyle>
          <a:p>
            <a:pPr lvl="0"/>
            <a:r>
              <a:rPr lang="fi-FI"/>
              <a:t>CLICK TO ADD TITLE</a:t>
            </a:r>
          </a:p>
        </p:txBody>
      </p:sp>
      <p:sp>
        <p:nvSpPr>
          <p:cNvPr id="3" name="Päivämäärän paikkamerkki 2">
            <a:extLst>
              <a:ext uri="{FF2B5EF4-FFF2-40B4-BE49-F238E27FC236}">
                <a16:creationId xmlns:a16="http://schemas.microsoft.com/office/drawing/2014/main" id="{18D4E148-F02B-B89A-8FC6-387A68398A36}"/>
              </a:ext>
            </a:extLst>
          </p:cNvPr>
          <p:cNvSpPr>
            <a:spLocks noGrp="1"/>
          </p:cNvSpPr>
          <p:nvPr>
            <p:ph type="dt" sz="half" idx="10"/>
          </p:nvPr>
        </p:nvSpPr>
        <p:spPr/>
        <p:txBody>
          <a:bodyPr/>
          <a:lstStyle/>
          <a:p>
            <a:endParaRPr lang="en-GB"/>
          </a:p>
        </p:txBody>
      </p:sp>
      <p:sp>
        <p:nvSpPr>
          <p:cNvPr id="5" name="Dian numeron paikkamerkki 4">
            <a:extLst>
              <a:ext uri="{FF2B5EF4-FFF2-40B4-BE49-F238E27FC236}">
                <a16:creationId xmlns:a16="http://schemas.microsoft.com/office/drawing/2014/main" id="{068BCA04-FB2F-C71F-E7F0-95632DACAFFA}"/>
              </a:ext>
            </a:extLst>
          </p:cNvPr>
          <p:cNvSpPr>
            <a:spLocks noGrp="1"/>
          </p:cNvSpPr>
          <p:nvPr>
            <p:ph type="sldNum" sz="quarter" idx="12"/>
          </p:nvPr>
        </p:nvSpPr>
        <p:spPr/>
        <p:txBody>
          <a:bodyPr/>
          <a:lstStyle/>
          <a:p>
            <a:pPr algn="l"/>
            <a:fld id="{9F8BF3E7-3DB2-4DD0-B26C-3E1D5E120A4D}" type="slidenum">
              <a:rPr lang="en-GB" smtClean="0"/>
              <a:pPr algn="l"/>
              <a:t>‹#›</a:t>
            </a:fld>
            <a:endParaRPr lang="en-GB"/>
          </a:p>
        </p:txBody>
      </p:sp>
      <p:sp>
        <p:nvSpPr>
          <p:cNvPr id="11" name="Tekstin paikkamerkki 10">
            <a:extLst>
              <a:ext uri="{FF2B5EF4-FFF2-40B4-BE49-F238E27FC236}">
                <a16:creationId xmlns:a16="http://schemas.microsoft.com/office/drawing/2014/main" id="{47EF5DDC-C71C-E8DF-DA80-9CFC28560412}"/>
              </a:ext>
            </a:extLst>
          </p:cNvPr>
          <p:cNvSpPr>
            <a:spLocks noGrp="1"/>
          </p:cNvSpPr>
          <p:nvPr>
            <p:ph type="body" sz="quarter" idx="19" hasCustomPrompt="1"/>
          </p:nvPr>
        </p:nvSpPr>
        <p:spPr>
          <a:xfrm>
            <a:off x="559506" y="3989442"/>
            <a:ext cx="11081110" cy="914400"/>
          </a:xfrm>
        </p:spPr>
        <p:txBody>
          <a:bodyPr>
            <a:normAutofit/>
          </a:bodyPr>
          <a:lstStyle>
            <a:lvl1pPr algn="ctr">
              <a:defRPr sz="2000">
                <a:solidFill>
                  <a:schemeClr val="bg1"/>
                </a:solidFill>
              </a:defRPr>
            </a:lvl1pPr>
          </a:lstStyle>
          <a:p>
            <a:pPr lvl="0"/>
            <a:r>
              <a:rPr lang="fi-FI" err="1"/>
              <a:t>Click to add subtitle</a:t>
            </a:r>
            <a:endParaRPr lang="fi-FI"/>
          </a:p>
        </p:txBody>
      </p:sp>
      <p:sp>
        <p:nvSpPr>
          <p:cNvPr id="6" name="Tekstin paikkamerkki 12">
            <a:extLst>
              <a:ext uri="{FF2B5EF4-FFF2-40B4-BE49-F238E27FC236}">
                <a16:creationId xmlns:a16="http://schemas.microsoft.com/office/drawing/2014/main" id="{70C8A17D-77B0-B272-72E0-ACC55D028D64}"/>
              </a:ext>
            </a:extLst>
          </p:cNvPr>
          <p:cNvSpPr>
            <a:spLocks noGrp="1"/>
          </p:cNvSpPr>
          <p:nvPr>
            <p:ph type="body" sz="quarter" idx="18" hasCustomPrompt="1"/>
          </p:nvPr>
        </p:nvSpPr>
        <p:spPr>
          <a:xfrm>
            <a:off x="10992544" y="6314348"/>
            <a:ext cx="1018012" cy="427020"/>
          </a:xfrm>
          <a: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lIns="0" tIns="0" rIns="0" bIns="0" anchor="ctr" anchorCtr="0">
            <a:normAutofit/>
          </a:bodyPr>
          <a:lstStyle>
            <a:lvl1pPr marL="0" indent="0" algn="ctr">
              <a:lnSpc>
                <a:spcPct val="100000"/>
              </a:lnSpc>
              <a:spcBef>
                <a:spcPct val="0"/>
              </a:spcBef>
              <a:buNone/>
              <a:defRPr sz="200"/>
            </a:lvl1pPr>
            <a:lvl2pPr marL="457200" indent="0">
              <a:buNone/>
              <a:defRPr/>
            </a:lvl2pPr>
          </a:lstStyle>
          <a:p>
            <a:pPr lvl="0"/>
            <a:r>
              <a:rPr lang="fi-FI"/>
              <a:t> </a:t>
            </a:r>
          </a:p>
        </p:txBody>
      </p:sp>
    </p:spTree>
    <p:extLst>
      <p:ext uri="{BB962C8B-B14F-4D97-AF65-F5344CB8AC3E}">
        <p14:creationId xmlns:p14="http://schemas.microsoft.com/office/powerpoint/2010/main" val="293576989"/>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Sisältösivu kuvalla 2">
    <p:spTree>
      <p:nvGrpSpPr>
        <p:cNvPr id="1" name=""/>
        <p:cNvGrpSpPr/>
        <p:nvPr/>
      </p:nvGrpSpPr>
      <p:grpSpPr>
        <a:xfrm>
          <a:off x="0" y="0"/>
          <a:ext cx="0" cy="0"/>
          <a:chOff x="0" y="0"/>
          <a:chExt cx="0" cy="0"/>
        </a:xfrm>
      </p:grpSpPr>
      <p:pic>
        <p:nvPicPr>
          <p:cNvPr id="4" name="Kuva 3" descr="Kuva, joka sisältää kohteen Ihmisen kasvot, henkilö, vaate, yläosa&#10;&#10;Kuvaus luotu automaattisesti">
            <a:extLst>
              <a:ext uri="{FF2B5EF4-FFF2-40B4-BE49-F238E27FC236}">
                <a16:creationId xmlns:a16="http://schemas.microsoft.com/office/drawing/2014/main" id="{FF880EB0-07CF-B305-C0E9-6437097390E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Päivämäärän paikkamerkki 2">
            <a:extLst>
              <a:ext uri="{FF2B5EF4-FFF2-40B4-BE49-F238E27FC236}">
                <a16:creationId xmlns:a16="http://schemas.microsoft.com/office/drawing/2014/main" id="{DC31F003-747B-487D-A85D-A22E0F2A9E10}"/>
              </a:ext>
            </a:extLst>
          </p:cNvPr>
          <p:cNvSpPr>
            <a:spLocks noGrp="1"/>
          </p:cNvSpPr>
          <p:nvPr>
            <p:ph type="dt" sz="half" idx="15"/>
          </p:nvPr>
        </p:nvSpPr>
        <p:spPr/>
        <p:txBody>
          <a:bodyPr/>
          <a:lstStyle>
            <a:lvl1pPr>
              <a:defRPr>
                <a:solidFill>
                  <a:schemeClr val="bg1"/>
                </a:solidFill>
              </a:defRPr>
            </a:lvl1pPr>
          </a:lstStyle>
          <a:p>
            <a:endParaRPr lang="en-GB"/>
          </a:p>
        </p:txBody>
      </p:sp>
      <p:sp>
        <p:nvSpPr>
          <p:cNvPr id="10" name="Dian numeron paikkamerkki 9">
            <a:extLst>
              <a:ext uri="{FF2B5EF4-FFF2-40B4-BE49-F238E27FC236}">
                <a16:creationId xmlns:a16="http://schemas.microsoft.com/office/drawing/2014/main" id="{D5B21EC6-3C9F-4DD7-BF53-804430B77FAA}"/>
              </a:ext>
            </a:extLst>
          </p:cNvPr>
          <p:cNvSpPr>
            <a:spLocks noGrp="1"/>
          </p:cNvSpPr>
          <p:nvPr>
            <p:ph type="sldNum" sz="quarter" idx="17"/>
          </p:nvPr>
        </p:nvSpPr>
        <p:spPr/>
        <p:txBody>
          <a:bodyPr/>
          <a:lstStyle>
            <a:lvl1pPr>
              <a:defRPr>
                <a:solidFill>
                  <a:schemeClr val="bg1"/>
                </a:solidFill>
              </a:defRPr>
            </a:lvl1pPr>
          </a:lstStyle>
          <a:p>
            <a:pPr algn="l"/>
            <a:fld id="{9F8BF3E7-3DB2-4DD0-B26C-3E1D5E120A4D}" type="slidenum">
              <a:rPr lang="en-GB" smtClean="0"/>
              <a:pPr algn="l"/>
              <a:t>‹#›</a:t>
            </a:fld>
            <a:endParaRPr lang="en-GB"/>
          </a:p>
        </p:txBody>
      </p:sp>
      <p:sp>
        <p:nvSpPr>
          <p:cNvPr id="12" name="Tekstin paikkamerkki 12">
            <a:extLst>
              <a:ext uri="{FF2B5EF4-FFF2-40B4-BE49-F238E27FC236}">
                <a16:creationId xmlns:a16="http://schemas.microsoft.com/office/drawing/2014/main" id="{DD345C4B-DE9F-0E48-21EA-ECDF3BD54EF3}"/>
              </a:ext>
            </a:extLst>
          </p:cNvPr>
          <p:cNvSpPr>
            <a:spLocks noGrp="1"/>
          </p:cNvSpPr>
          <p:nvPr>
            <p:ph type="body" sz="quarter" idx="18" hasCustomPrompt="1"/>
          </p:nvPr>
        </p:nvSpPr>
        <p:spPr>
          <a:xfrm>
            <a:off x="10992544" y="6314348"/>
            <a:ext cx="1018012" cy="427020"/>
          </a:xfrm>
          <a: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lIns="0" tIns="0" rIns="0" bIns="0" anchor="ctr" anchorCtr="0">
            <a:normAutofit/>
          </a:bodyPr>
          <a:lstStyle>
            <a:lvl1pPr marL="0" indent="0" algn="ctr">
              <a:lnSpc>
                <a:spcPct val="100000"/>
              </a:lnSpc>
              <a:spcBef>
                <a:spcPct val="0"/>
              </a:spcBef>
              <a:buNone/>
              <a:defRPr sz="200"/>
            </a:lvl1pPr>
            <a:lvl2pPr marL="457200" indent="0">
              <a:buNone/>
              <a:defRPr/>
            </a:lvl2pPr>
          </a:lstStyle>
          <a:p>
            <a:pPr lvl="0"/>
            <a:r>
              <a:rPr lang="fi-FI"/>
              <a:t> </a:t>
            </a:r>
          </a:p>
        </p:txBody>
      </p:sp>
      <p:sp>
        <p:nvSpPr>
          <p:cNvPr id="2" name="Content Placeholder 2">
            <a:extLst>
              <a:ext uri="{FF2B5EF4-FFF2-40B4-BE49-F238E27FC236}">
                <a16:creationId xmlns:a16="http://schemas.microsoft.com/office/drawing/2014/main" id="{7143CBB0-341D-CD25-413F-D63C41C06FFA}"/>
              </a:ext>
            </a:extLst>
          </p:cNvPr>
          <p:cNvSpPr>
            <a:spLocks noGrp="1"/>
          </p:cNvSpPr>
          <p:nvPr>
            <p:ph idx="1" hasCustomPrompt="1"/>
          </p:nvPr>
        </p:nvSpPr>
        <p:spPr>
          <a:xfrm>
            <a:off x="551385" y="1844824"/>
            <a:ext cx="7117934" cy="4149809"/>
          </a:xfrm>
          <a:prstGeom prst="rect">
            <a:avLst/>
          </a:prstGeom>
        </p:spPr>
        <p:txBody>
          <a:bodyPr/>
          <a:lstStyle>
            <a:lvl1pPr marL="0" indent="0">
              <a:lnSpc>
                <a:spcPct val="100000"/>
              </a:lnSpc>
              <a:spcAft>
                <a:spcPts val="600"/>
              </a:spcAft>
              <a:buFont typeface="Arial" panose="020B0604020202020204" pitchFamily="34" charset="0"/>
              <a:buNone/>
              <a:defRPr sz="2100">
                <a:solidFill>
                  <a:schemeClr val="bg1"/>
                </a:solidFill>
              </a:defRPr>
            </a:lvl1pPr>
            <a:lvl2pPr marL="358775" indent="0">
              <a:lnSpc>
                <a:spcPct val="100000"/>
              </a:lnSpc>
              <a:buFont typeface="Arial" panose="020B0604020202020204" pitchFamily="34" charset="0"/>
              <a:buNone/>
              <a:defRPr>
                <a:solidFill>
                  <a:schemeClr val="bg1"/>
                </a:solidFill>
              </a:defRPr>
            </a:lvl2pPr>
            <a:lvl3pPr marL="717550" indent="0">
              <a:lnSpc>
                <a:spcPct val="100000"/>
              </a:lnSpc>
              <a:buFont typeface="Arial" panose="020B0604020202020204" pitchFamily="34" charset="0"/>
              <a:buNone/>
              <a:defRPr>
                <a:solidFill>
                  <a:schemeClr val="bg1"/>
                </a:solidFill>
              </a:defRPr>
            </a:lvl3pPr>
            <a:lvl4pPr marL="985838" indent="0">
              <a:lnSpc>
                <a:spcPct val="100000"/>
              </a:lnSpc>
              <a:buFont typeface="Arial" panose="020B0604020202020204" pitchFamily="34" charset="0"/>
              <a:buNone/>
              <a:defRPr>
                <a:solidFill>
                  <a:schemeClr val="bg1"/>
                </a:solidFill>
              </a:defRPr>
            </a:lvl4pPr>
            <a:lvl5pPr marL="1255712" indent="0">
              <a:lnSpc>
                <a:spcPct val="100000"/>
              </a:lnSpc>
              <a:buFont typeface="Arial" panose="020B0604020202020204" pitchFamily="34" charset="0"/>
              <a:buNone/>
              <a:defRPr>
                <a:solidFill>
                  <a:schemeClr val="bg1"/>
                </a:solidFill>
              </a:defRPr>
            </a:lvl5pPr>
          </a:lstStyle>
          <a:p>
            <a:pPr lvl="0"/>
            <a:r>
              <a:rPr lang="fi-FI" err="1"/>
              <a:t>Click to edit basic text styles</a:t>
            </a:r>
            <a:endParaRPr lang="fi-FI"/>
          </a:p>
          <a:p>
            <a:pPr lvl="1"/>
            <a:r>
              <a:rPr lang="fi-FI"/>
              <a:t>Second level</a:t>
            </a:r>
          </a:p>
          <a:p>
            <a:pPr lvl="2"/>
            <a:r>
              <a:rPr lang="fi-FI"/>
              <a:t>Third level</a:t>
            </a:r>
          </a:p>
          <a:p>
            <a:pPr lvl="3"/>
            <a:r>
              <a:rPr lang="fi-FI" err="1"/>
              <a:t>Fourth level</a:t>
            </a:r>
            <a:endParaRPr lang="fi-FI"/>
          </a:p>
          <a:p>
            <a:pPr lvl="4"/>
            <a:r>
              <a:rPr lang="fi-FI"/>
              <a:t>Level 5</a:t>
            </a:r>
            <a:endParaRPr lang="en-GB"/>
          </a:p>
        </p:txBody>
      </p:sp>
      <p:sp>
        <p:nvSpPr>
          <p:cNvPr id="6" name="Tekstin paikkamerkki 10">
            <a:extLst>
              <a:ext uri="{FF2B5EF4-FFF2-40B4-BE49-F238E27FC236}">
                <a16:creationId xmlns:a16="http://schemas.microsoft.com/office/drawing/2014/main" id="{799F8C5C-E319-81CB-B9A5-DD981C813E8D}"/>
              </a:ext>
            </a:extLst>
          </p:cNvPr>
          <p:cNvSpPr>
            <a:spLocks noGrp="1"/>
          </p:cNvSpPr>
          <p:nvPr>
            <p:ph type="body" sz="quarter" idx="19" hasCustomPrompt="1"/>
          </p:nvPr>
        </p:nvSpPr>
        <p:spPr>
          <a:xfrm>
            <a:off x="561600" y="476672"/>
            <a:ext cx="7406607" cy="1080120"/>
          </a:xfrm>
        </p:spPr>
        <p:txBody>
          <a:bodyPr anchor="b" anchorCtr="0">
            <a:noAutofit/>
          </a:bodyPr>
          <a:lstStyle>
            <a:lvl1pPr>
              <a:lnSpc>
                <a:spcPct val="80000"/>
              </a:lnSpc>
              <a:spcBef>
                <a:spcPct val="0"/>
              </a:spcBef>
              <a:defRPr sz="5000" b="0" spc="0" baseline="0">
                <a:solidFill>
                  <a:schemeClr val="bg1"/>
                </a:solidFill>
                <a:latin typeface="+mj-lt"/>
                <a:cs typeface="DINPro-CondBold" panose="020B0806020101010102" pitchFamily="34" charset="0"/>
              </a:defRPr>
            </a:lvl1pPr>
          </a:lstStyle>
          <a:p>
            <a:pPr lvl="0"/>
            <a:r>
              <a:rPr lang="fi-FI"/>
              <a:t>CLICK TO ADD TITLE</a:t>
            </a:r>
          </a:p>
        </p:txBody>
      </p:sp>
    </p:spTree>
    <p:extLst>
      <p:ext uri="{BB962C8B-B14F-4D97-AF65-F5344CB8AC3E}">
        <p14:creationId xmlns:p14="http://schemas.microsoft.com/office/powerpoint/2010/main" val="581452684"/>
      </p:ext>
    </p:extLst>
  </p:cSld>
  <p:clrMapOvr>
    <a:masterClrMapping/>
  </p:clrMapOvr>
  <mc:AlternateContent xmlns:mc="http://schemas.openxmlformats.org/markup-compatibility/2006" xmlns:p14="http://schemas.microsoft.com/office/powerpoint/2010/main">
    <mc:Choice Requires="p14">
      <p:transition spd="med">
        <p14:flip dir="r"/>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Puolisivua grafiikalla">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278AF29B-237E-461A-82E2-4645AE96FF09}"/>
              </a:ext>
            </a:extLst>
          </p:cNvPr>
          <p:cNvSpPr>
            <a:spLocks noGrp="1"/>
          </p:cNvSpPr>
          <p:nvPr>
            <p:ph idx="1" hasCustomPrompt="1"/>
          </p:nvPr>
        </p:nvSpPr>
        <p:spPr>
          <a:xfrm>
            <a:off x="551385" y="2348880"/>
            <a:ext cx="11089230" cy="3645753"/>
          </a:xfrm>
          <a:prstGeom prst="rect">
            <a:avLst/>
          </a:prstGeom>
        </p:spPr>
        <p:txBody>
          <a:bodyPr/>
          <a:lstStyle>
            <a:lvl1pPr marL="0" indent="0">
              <a:lnSpc>
                <a:spcPct val="100000"/>
              </a:lnSpc>
              <a:spcAft>
                <a:spcPts val="600"/>
              </a:spcAft>
              <a:buFont typeface="Arial" panose="020B0604020202020204" pitchFamily="34" charset="0"/>
              <a:buNone/>
              <a:defRPr sz="1400"/>
            </a:lvl1pPr>
            <a:lvl2pPr marL="358775" indent="0">
              <a:lnSpc>
                <a:spcPct val="100000"/>
              </a:lnSpc>
              <a:buFont typeface="Arial" panose="020B0604020202020204" pitchFamily="34" charset="0"/>
              <a:buNone/>
              <a:defRPr/>
            </a:lvl2pPr>
            <a:lvl3pPr marL="717550" indent="0">
              <a:lnSpc>
                <a:spcPct val="100000"/>
              </a:lnSpc>
              <a:buFont typeface="Arial" panose="020B0604020202020204" pitchFamily="34" charset="0"/>
              <a:buNone/>
              <a:defRPr/>
            </a:lvl3pPr>
            <a:lvl4pPr marL="985838" indent="0">
              <a:lnSpc>
                <a:spcPct val="100000"/>
              </a:lnSpc>
              <a:buFont typeface="Arial" panose="020B0604020202020204" pitchFamily="34" charset="0"/>
              <a:buNone/>
              <a:defRPr/>
            </a:lvl4pPr>
            <a:lvl5pPr marL="1255712" indent="0">
              <a:lnSpc>
                <a:spcPct val="100000"/>
              </a:lnSpc>
              <a:buFont typeface="Arial" panose="020B0604020202020204" pitchFamily="34" charset="0"/>
              <a:buNone/>
              <a:defRPr/>
            </a:lvl5pPr>
          </a:lstStyle>
          <a:p>
            <a:pPr lvl="0"/>
            <a:r>
              <a:rPr lang="fi-FI" err="1"/>
              <a:t>Click to edit basic text styles</a:t>
            </a:r>
            <a:endParaRPr lang="fi-FI"/>
          </a:p>
          <a:p>
            <a:pPr lvl="1"/>
            <a:r>
              <a:rPr lang="fi-FI"/>
              <a:t>Second level</a:t>
            </a:r>
          </a:p>
          <a:p>
            <a:pPr lvl="2"/>
            <a:r>
              <a:rPr lang="fi-FI"/>
              <a:t>Third level</a:t>
            </a:r>
          </a:p>
          <a:p>
            <a:pPr lvl="3"/>
            <a:r>
              <a:rPr lang="fi-FI" err="1"/>
              <a:t>Fourth level</a:t>
            </a:r>
            <a:endParaRPr lang="fi-FI"/>
          </a:p>
          <a:p>
            <a:pPr lvl="4"/>
            <a:r>
              <a:rPr lang="fi-FI"/>
              <a:t>Level 5</a:t>
            </a:r>
            <a:endParaRPr lang="en-GB"/>
          </a:p>
        </p:txBody>
      </p:sp>
      <p:sp>
        <p:nvSpPr>
          <p:cNvPr id="3" name="Päivämäärän paikkamerkki 2">
            <a:extLst>
              <a:ext uri="{FF2B5EF4-FFF2-40B4-BE49-F238E27FC236}">
                <a16:creationId xmlns:a16="http://schemas.microsoft.com/office/drawing/2014/main" id="{DC31F003-747B-487D-A85D-A22E0F2A9E10}"/>
              </a:ext>
            </a:extLst>
          </p:cNvPr>
          <p:cNvSpPr>
            <a:spLocks noGrp="1"/>
          </p:cNvSpPr>
          <p:nvPr>
            <p:ph type="dt" sz="half" idx="15"/>
          </p:nvPr>
        </p:nvSpPr>
        <p:spPr/>
        <p:txBody>
          <a:bodyPr/>
          <a:lstStyle/>
          <a:p>
            <a:endParaRPr lang="en-GB"/>
          </a:p>
        </p:txBody>
      </p:sp>
      <p:sp>
        <p:nvSpPr>
          <p:cNvPr id="10" name="Dian numeron paikkamerkki 9">
            <a:extLst>
              <a:ext uri="{FF2B5EF4-FFF2-40B4-BE49-F238E27FC236}">
                <a16:creationId xmlns:a16="http://schemas.microsoft.com/office/drawing/2014/main" id="{D5B21EC6-3C9F-4DD7-BF53-804430B77FAA}"/>
              </a:ext>
            </a:extLst>
          </p:cNvPr>
          <p:cNvSpPr>
            <a:spLocks noGrp="1"/>
          </p:cNvSpPr>
          <p:nvPr>
            <p:ph type="sldNum" sz="quarter" idx="17"/>
          </p:nvPr>
        </p:nvSpPr>
        <p:spPr/>
        <p:txBody>
          <a:bodyPr/>
          <a:lstStyle/>
          <a:p>
            <a:pPr algn="l"/>
            <a:fld id="{9F8BF3E7-3DB2-4DD0-B26C-3E1D5E120A4D}" type="slidenum">
              <a:rPr lang="en-GB" smtClean="0"/>
              <a:pPr algn="l"/>
              <a:t>‹#›</a:t>
            </a:fld>
            <a:endParaRPr lang="en-GB"/>
          </a:p>
        </p:txBody>
      </p:sp>
      <p:sp>
        <p:nvSpPr>
          <p:cNvPr id="4" name="Tekstin paikkamerkki 12">
            <a:extLst>
              <a:ext uri="{FF2B5EF4-FFF2-40B4-BE49-F238E27FC236}">
                <a16:creationId xmlns:a16="http://schemas.microsoft.com/office/drawing/2014/main" id="{AD8C4575-4884-7B7A-0A9D-B88D1EE8D5CD}"/>
              </a:ext>
            </a:extLst>
          </p:cNvPr>
          <p:cNvSpPr>
            <a:spLocks noGrp="1"/>
          </p:cNvSpPr>
          <p:nvPr>
            <p:ph type="body" sz="quarter" idx="19" hasCustomPrompt="1"/>
          </p:nvPr>
        </p:nvSpPr>
        <p:spPr>
          <a:xfrm>
            <a:off x="10992544" y="6268093"/>
            <a:ext cx="1008112" cy="422867"/>
          </a:xfrm>
          <a:blipFill>
            <a:blip r:embed="rId2">
              <a:extLst>
                <a:ext uri="{28A0092B-C50C-407E-A947-70E740481C1C}">
                  <a14:useLocalDpi xmlns:a14="http://schemas.microsoft.com/office/drawing/2010/main"/>
                </a:ext>
              </a:extLst>
            </a:blip>
            <a:stretch>
              <a:fillRect/>
            </a:stretch>
          </a:blipFill>
        </p:spPr>
        <p:txBody>
          <a:bodyPr lIns="0" tIns="0" rIns="0" bIns="0" anchor="ctr" anchorCtr="0">
            <a:normAutofit/>
          </a:bodyPr>
          <a:lstStyle>
            <a:lvl1pPr marL="0" indent="0" algn="ctr">
              <a:lnSpc>
                <a:spcPct val="100000"/>
              </a:lnSpc>
              <a:spcBef>
                <a:spcPct val="0"/>
              </a:spcBef>
              <a:buNone/>
              <a:defRPr sz="200"/>
            </a:lvl1pPr>
            <a:lvl2pPr marL="457200" indent="0">
              <a:buNone/>
              <a:defRPr/>
            </a:lvl2pPr>
          </a:lstStyle>
          <a:p>
            <a:pPr lvl="0"/>
            <a:r>
              <a:rPr lang="fi-FI"/>
              <a:t> </a:t>
            </a:r>
          </a:p>
        </p:txBody>
      </p:sp>
      <p:sp>
        <p:nvSpPr>
          <p:cNvPr id="5" name="Tekstin paikkamerkki 10">
            <a:extLst>
              <a:ext uri="{FF2B5EF4-FFF2-40B4-BE49-F238E27FC236}">
                <a16:creationId xmlns:a16="http://schemas.microsoft.com/office/drawing/2014/main" id="{671E7E63-250E-DFF9-C809-4A8E9466622A}"/>
              </a:ext>
            </a:extLst>
          </p:cNvPr>
          <p:cNvSpPr>
            <a:spLocks noGrp="1"/>
          </p:cNvSpPr>
          <p:nvPr>
            <p:ph type="body" sz="quarter" idx="20" hasCustomPrompt="1"/>
          </p:nvPr>
        </p:nvSpPr>
        <p:spPr>
          <a:xfrm>
            <a:off x="561601" y="719999"/>
            <a:ext cx="11079014" cy="1240713"/>
          </a:xfrm>
        </p:spPr>
        <p:txBody>
          <a:bodyPr>
            <a:noAutofit/>
          </a:bodyPr>
          <a:lstStyle>
            <a:lvl1pPr>
              <a:defRPr sz="4400">
                <a:latin typeface="+mj-lt"/>
              </a:defRPr>
            </a:lvl1pPr>
          </a:lstStyle>
          <a:p>
            <a:pPr lvl="0"/>
            <a:r>
              <a:rPr lang="fi-FI"/>
              <a:t>MUOKKAA TEKSTIN PERUSTYYLEJÄ NAPSAUTTAMALLA</a:t>
            </a:r>
          </a:p>
        </p:txBody>
      </p:sp>
    </p:spTree>
    <p:extLst>
      <p:ext uri="{BB962C8B-B14F-4D97-AF65-F5344CB8AC3E}">
        <p14:creationId xmlns:p14="http://schemas.microsoft.com/office/powerpoint/2010/main" val="1669279187"/>
      </p:ext>
    </p:extLst>
  </p:cSld>
  <p:clrMapOvr>
    <a:masterClrMapping/>
  </p:clrMapOvr>
  <mc:AlternateContent xmlns:mc="http://schemas.openxmlformats.org/markup-compatibility/2006" xmlns:p14="http://schemas.microsoft.com/office/powerpoint/2010/main">
    <mc:Choice Requires="p14">
      <p:transition spd="med">
        <p14:flip dir="r"/>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Sisältö ja 2 kuvaa pysty ">
    <p:spTree>
      <p:nvGrpSpPr>
        <p:cNvPr id="1" name=""/>
        <p:cNvGrpSpPr/>
        <p:nvPr/>
      </p:nvGrpSpPr>
      <p:grpSpPr>
        <a:xfrm>
          <a:off x="0" y="0"/>
          <a:ext cx="0" cy="0"/>
          <a:chOff x="0" y="0"/>
          <a:chExt cx="0" cy="0"/>
        </a:xfrm>
      </p:grpSpPr>
      <p:sp>
        <p:nvSpPr>
          <p:cNvPr id="9" name="Kuvan paikkamerkki 2">
            <a:extLst>
              <a:ext uri="{FF2B5EF4-FFF2-40B4-BE49-F238E27FC236}">
                <a16:creationId xmlns:a16="http://schemas.microsoft.com/office/drawing/2014/main" id="{2D9A0129-BA58-491A-B9AD-821E9B88B3B9}"/>
              </a:ext>
            </a:extLst>
          </p:cNvPr>
          <p:cNvSpPr>
            <a:spLocks noGrp="1"/>
          </p:cNvSpPr>
          <p:nvPr>
            <p:ph type="pic" idx="13"/>
          </p:nvPr>
        </p:nvSpPr>
        <p:spPr>
          <a:xfrm>
            <a:off x="8976320" y="260648"/>
            <a:ext cx="2952327" cy="5733985"/>
          </a:xfrm>
          <a:prstGeom prst="roundRect">
            <a:avLst>
              <a:gd name="adj" fmla="val 7629"/>
            </a:avLst>
          </a:prstGeom>
          <a:solidFill>
            <a:schemeClr val="bg1">
              <a:lumMod val="85000"/>
            </a:schemeClr>
          </a:solidFill>
        </p:spPr>
        <p:txBody>
          <a:bodyPr anchor="ctr" anchorCtr="0">
            <a:normAutofit/>
          </a:bodyPr>
          <a:lstStyle>
            <a:lvl1pPr marL="0" indent="0" algn="ctr">
              <a:buNone/>
              <a:defRPr sz="1500" b="0" i="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fi-FI"/>
          </a:p>
        </p:txBody>
      </p:sp>
      <p:sp>
        <p:nvSpPr>
          <p:cNvPr id="8" name="Content Placeholder 2">
            <a:extLst>
              <a:ext uri="{FF2B5EF4-FFF2-40B4-BE49-F238E27FC236}">
                <a16:creationId xmlns:a16="http://schemas.microsoft.com/office/drawing/2014/main" id="{278AF29B-237E-461A-82E2-4645AE96FF09}"/>
              </a:ext>
            </a:extLst>
          </p:cNvPr>
          <p:cNvSpPr>
            <a:spLocks noGrp="1"/>
          </p:cNvSpPr>
          <p:nvPr>
            <p:ph idx="1" hasCustomPrompt="1"/>
          </p:nvPr>
        </p:nvSpPr>
        <p:spPr>
          <a:xfrm>
            <a:off x="551385" y="1844824"/>
            <a:ext cx="5087982" cy="4149809"/>
          </a:xfrm>
          <a:prstGeom prst="rect">
            <a:avLst/>
          </a:prstGeom>
        </p:spPr>
        <p:txBody>
          <a:bodyPr/>
          <a:lstStyle>
            <a:lvl1pPr marL="0" indent="0">
              <a:lnSpc>
                <a:spcPct val="100000"/>
              </a:lnSpc>
              <a:spcAft>
                <a:spcPts val="600"/>
              </a:spcAft>
              <a:buFont typeface="Arial" panose="020B0604020202020204" pitchFamily="34" charset="0"/>
              <a:buNone/>
              <a:defRPr sz="2100"/>
            </a:lvl1pPr>
            <a:lvl2pPr marL="358775" indent="0">
              <a:lnSpc>
                <a:spcPct val="100000"/>
              </a:lnSpc>
              <a:buFont typeface="Arial" panose="020B0604020202020204" pitchFamily="34" charset="0"/>
              <a:buNone/>
              <a:defRPr/>
            </a:lvl2pPr>
            <a:lvl3pPr marL="717550" indent="0">
              <a:lnSpc>
                <a:spcPct val="100000"/>
              </a:lnSpc>
              <a:buFont typeface="Arial" panose="020B0604020202020204" pitchFamily="34" charset="0"/>
              <a:buNone/>
              <a:defRPr/>
            </a:lvl3pPr>
            <a:lvl4pPr marL="985838" indent="0">
              <a:lnSpc>
                <a:spcPct val="100000"/>
              </a:lnSpc>
              <a:buFont typeface="Arial" panose="020B0604020202020204" pitchFamily="34" charset="0"/>
              <a:buNone/>
              <a:defRPr/>
            </a:lvl4pPr>
            <a:lvl5pPr marL="1255712" indent="0">
              <a:lnSpc>
                <a:spcPct val="100000"/>
              </a:lnSpc>
              <a:buFont typeface="Arial" panose="020B0604020202020204" pitchFamily="34" charset="0"/>
              <a:buNone/>
              <a:defRPr/>
            </a:lvl5pPr>
          </a:lstStyle>
          <a:p>
            <a:pPr lvl="0"/>
            <a:r>
              <a:rPr lang="fi-FI" err="1"/>
              <a:t>Click to edit basic text styles</a:t>
            </a:r>
            <a:endParaRPr lang="fi-FI"/>
          </a:p>
          <a:p>
            <a:pPr lvl="1"/>
            <a:r>
              <a:rPr lang="fi-FI"/>
              <a:t>Second level</a:t>
            </a:r>
          </a:p>
          <a:p>
            <a:pPr lvl="2"/>
            <a:r>
              <a:rPr lang="fi-FI"/>
              <a:t>Third level</a:t>
            </a:r>
          </a:p>
          <a:p>
            <a:pPr lvl="3"/>
            <a:r>
              <a:rPr lang="fi-FI" err="1"/>
              <a:t>Fourth level</a:t>
            </a:r>
            <a:endParaRPr lang="fi-FI"/>
          </a:p>
          <a:p>
            <a:pPr lvl="4"/>
            <a:r>
              <a:rPr lang="fi-FI"/>
              <a:t>Level 5</a:t>
            </a:r>
            <a:endParaRPr lang="en-GB"/>
          </a:p>
        </p:txBody>
      </p:sp>
      <p:sp>
        <p:nvSpPr>
          <p:cNvPr id="3" name="Päivämäärän paikkamerkki 2">
            <a:extLst>
              <a:ext uri="{FF2B5EF4-FFF2-40B4-BE49-F238E27FC236}">
                <a16:creationId xmlns:a16="http://schemas.microsoft.com/office/drawing/2014/main" id="{DC31F003-747B-487D-A85D-A22E0F2A9E10}"/>
              </a:ext>
            </a:extLst>
          </p:cNvPr>
          <p:cNvSpPr>
            <a:spLocks noGrp="1"/>
          </p:cNvSpPr>
          <p:nvPr>
            <p:ph type="dt" sz="half" idx="15"/>
          </p:nvPr>
        </p:nvSpPr>
        <p:spPr/>
        <p:txBody>
          <a:bodyPr/>
          <a:lstStyle/>
          <a:p>
            <a:endParaRPr lang="en-GB"/>
          </a:p>
        </p:txBody>
      </p:sp>
      <p:sp>
        <p:nvSpPr>
          <p:cNvPr id="10" name="Dian numeron paikkamerkki 9">
            <a:extLst>
              <a:ext uri="{FF2B5EF4-FFF2-40B4-BE49-F238E27FC236}">
                <a16:creationId xmlns:a16="http://schemas.microsoft.com/office/drawing/2014/main" id="{D5B21EC6-3C9F-4DD7-BF53-804430B77FAA}"/>
              </a:ext>
            </a:extLst>
          </p:cNvPr>
          <p:cNvSpPr>
            <a:spLocks noGrp="1"/>
          </p:cNvSpPr>
          <p:nvPr>
            <p:ph type="sldNum" sz="quarter" idx="17"/>
          </p:nvPr>
        </p:nvSpPr>
        <p:spPr/>
        <p:txBody>
          <a:bodyPr/>
          <a:lstStyle/>
          <a:p>
            <a:pPr algn="l"/>
            <a:fld id="{9F8BF3E7-3DB2-4DD0-B26C-3E1D5E120A4D}" type="slidenum">
              <a:rPr lang="en-GB" smtClean="0"/>
              <a:pPr algn="l"/>
              <a:t>‹#›</a:t>
            </a:fld>
            <a:endParaRPr lang="en-GB"/>
          </a:p>
        </p:txBody>
      </p:sp>
      <p:sp>
        <p:nvSpPr>
          <p:cNvPr id="11" name="Kuvan paikkamerkki 2">
            <a:extLst>
              <a:ext uri="{FF2B5EF4-FFF2-40B4-BE49-F238E27FC236}">
                <a16:creationId xmlns:a16="http://schemas.microsoft.com/office/drawing/2014/main" id="{91ECE0D4-032F-43DF-B187-B30BB3D2A87D}"/>
              </a:ext>
            </a:extLst>
          </p:cNvPr>
          <p:cNvSpPr>
            <a:spLocks noGrp="1"/>
          </p:cNvSpPr>
          <p:nvPr>
            <p:ph type="pic" idx="18"/>
          </p:nvPr>
        </p:nvSpPr>
        <p:spPr>
          <a:xfrm>
            <a:off x="5831680" y="842269"/>
            <a:ext cx="2952327" cy="5733985"/>
          </a:xfrm>
          <a:prstGeom prst="roundRect">
            <a:avLst>
              <a:gd name="adj" fmla="val 6993"/>
            </a:avLst>
          </a:prstGeom>
          <a:solidFill>
            <a:schemeClr val="bg1">
              <a:lumMod val="85000"/>
            </a:schemeClr>
          </a:solidFill>
        </p:spPr>
        <p:txBody>
          <a:bodyPr anchor="ctr" anchorCtr="0">
            <a:normAutofit/>
          </a:bodyPr>
          <a:lstStyle>
            <a:lvl1pPr marL="0" indent="0" algn="ctr">
              <a:buNone/>
              <a:defRPr sz="1500" b="0" i="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fi-FI"/>
          </a:p>
        </p:txBody>
      </p:sp>
      <p:sp>
        <p:nvSpPr>
          <p:cNvPr id="5" name="Tekstin paikkamerkki 12">
            <a:extLst>
              <a:ext uri="{FF2B5EF4-FFF2-40B4-BE49-F238E27FC236}">
                <a16:creationId xmlns:a16="http://schemas.microsoft.com/office/drawing/2014/main" id="{95276F3D-FDA7-42A7-12A6-2A0C5CCDF039}"/>
              </a:ext>
            </a:extLst>
          </p:cNvPr>
          <p:cNvSpPr>
            <a:spLocks noGrp="1"/>
          </p:cNvSpPr>
          <p:nvPr>
            <p:ph type="body" sz="quarter" idx="20" hasCustomPrompt="1"/>
          </p:nvPr>
        </p:nvSpPr>
        <p:spPr>
          <a:xfrm>
            <a:off x="10992544" y="6318501"/>
            <a:ext cx="1008112" cy="422867"/>
          </a:xfrm>
          <a: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p:spPr>
        <p:txBody>
          <a:bodyPr lIns="0" tIns="0" rIns="0" bIns="0" anchor="ctr" anchorCtr="0">
            <a:normAutofit/>
          </a:bodyPr>
          <a:lstStyle>
            <a:lvl1pPr marL="0" indent="0" algn="ctr">
              <a:lnSpc>
                <a:spcPct val="100000"/>
              </a:lnSpc>
              <a:spcBef>
                <a:spcPct val="0"/>
              </a:spcBef>
              <a:buNone/>
              <a:defRPr sz="200"/>
            </a:lvl1pPr>
            <a:lvl2pPr marL="457200" indent="0">
              <a:buNone/>
              <a:defRPr/>
            </a:lvl2pPr>
          </a:lstStyle>
          <a:p>
            <a:pPr lvl="0"/>
            <a:r>
              <a:rPr lang="fi-FI"/>
              <a:t> </a:t>
            </a:r>
          </a:p>
        </p:txBody>
      </p:sp>
      <p:sp>
        <p:nvSpPr>
          <p:cNvPr id="4" name="Tekstin paikkamerkki 10">
            <a:extLst>
              <a:ext uri="{FF2B5EF4-FFF2-40B4-BE49-F238E27FC236}">
                <a16:creationId xmlns:a16="http://schemas.microsoft.com/office/drawing/2014/main" id="{3E0308E8-9870-2D8E-67F9-7FBBCE5BD6A7}"/>
              </a:ext>
            </a:extLst>
          </p:cNvPr>
          <p:cNvSpPr>
            <a:spLocks noGrp="1"/>
          </p:cNvSpPr>
          <p:nvPr>
            <p:ph type="body" sz="quarter" idx="19" hasCustomPrompt="1"/>
          </p:nvPr>
        </p:nvSpPr>
        <p:spPr>
          <a:xfrm>
            <a:off x="561601" y="476672"/>
            <a:ext cx="5087982" cy="1080120"/>
          </a:xfrm>
        </p:spPr>
        <p:txBody>
          <a:bodyPr anchor="b" anchorCtr="0">
            <a:noAutofit/>
          </a:bodyPr>
          <a:lstStyle>
            <a:lvl1pPr>
              <a:lnSpc>
                <a:spcPct val="80000"/>
              </a:lnSpc>
              <a:spcBef>
                <a:spcPct val="0"/>
              </a:spcBef>
              <a:defRPr sz="4000" b="0" spc="0" baseline="0">
                <a:latin typeface="+mj-lt"/>
              </a:defRPr>
            </a:lvl1pPr>
          </a:lstStyle>
          <a:p>
            <a:pPr lvl="0"/>
            <a:r>
              <a:rPr lang="fi-FI"/>
              <a:t>CLICK TO ADD TITLE</a:t>
            </a:r>
          </a:p>
        </p:txBody>
      </p:sp>
    </p:spTree>
    <p:extLst>
      <p:ext uri="{BB962C8B-B14F-4D97-AF65-F5344CB8AC3E}">
        <p14:creationId xmlns:p14="http://schemas.microsoft.com/office/powerpoint/2010/main" val="1280411222"/>
      </p:ext>
    </p:extLst>
  </p:cSld>
  <p:clrMapOvr>
    <a:masterClrMapping/>
  </p:clrMapOvr>
  <mc:AlternateContent xmlns:mc="http://schemas.openxmlformats.org/markup-compatibility/2006" xmlns:p14="http://schemas.microsoft.com/office/powerpoint/2010/main">
    <mc:Choice Requires="p14">
      <p:transition spd="med">
        <p14:flip dir="r"/>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2"/>
            <a:ext cx="10972800" cy="420485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285750" y="6406862"/>
            <a:ext cx="464127" cy="176067"/>
          </a:xfrm>
          <a:prstGeom prst="rect">
            <a:avLst/>
          </a:prstGeom>
        </p:spPr>
        <p:txBody>
          <a:bodyPr vert="horz" lIns="91440" tIns="45720" rIns="91440" bIns="45720" rtlCol="0" anchor="ctr"/>
          <a:lstStyle>
            <a:lvl1pPr algn="l">
              <a:defRPr sz="700">
                <a:solidFill>
                  <a:schemeClr val="tx1"/>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16353848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Lst>
  <p:hf hdr="0" ftr="0" dt="0"/>
  <p:txStyles>
    <p:titleStyle>
      <a:lvl1pPr algn="l" defTabSz="457200" rtl="0" eaLnBrk="1" latinLnBrk="0" hangingPunct="1">
        <a:spcBef>
          <a:spcPct val="0"/>
        </a:spcBef>
        <a:buNone/>
        <a:defRPr sz="4400" b="1" kern="1200">
          <a:solidFill>
            <a:schemeClr val="tx1"/>
          </a:solidFill>
          <a:latin typeface="+mj-lt"/>
          <a:ea typeface="+mj-ea"/>
          <a:cs typeface="Plus Jakarta Sans bold" pitchFamily="2" charset="0"/>
        </a:defRPr>
      </a:lvl1pPr>
    </p:titleStyle>
    <p:bodyStyle>
      <a:lvl1pPr marL="342900" indent="-342900" algn="l" defTabSz="457200" rtl="0" eaLnBrk="1" latinLnBrk="0" hangingPunct="1">
        <a:spcBef>
          <a:spcPts val="0"/>
        </a:spcBef>
        <a:spcAft>
          <a:spcPts val="600"/>
        </a:spcAft>
        <a:buFont typeface="Arial"/>
        <a:buChar char="•"/>
        <a:defRPr sz="2600" kern="1200">
          <a:solidFill>
            <a:schemeClr val="tx1"/>
          </a:solidFill>
          <a:latin typeface="+mn-lt"/>
          <a:ea typeface="+mn-ea"/>
          <a:cs typeface="+mn-cs"/>
        </a:defRPr>
      </a:lvl1pPr>
      <a:lvl2pPr marL="742950" indent="-285750" algn="l" defTabSz="457200" rtl="0" eaLnBrk="1" latinLnBrk="0" hangingPunct="1">
        <a:spcBef>
          <a:spcPts val="0"/>
        </a:spcBef>
        <a:spcAft>
          <a:spcPts val="600"/>
        </a:spcAft>
        <a:buFont typeface="Arial"/>
        <a:buChar char="–"/>
        <a:defRPr sz="2200" kern="1200">
          <a:solidFill>
            <a:schemeClr val="tx1"/>
          </a:solidFill>
          <a:latin typeface="+mn-lt"/>
          <a:ea typeface="+mn-ea"/>
          <a:cs typeface="+mn-cs"/>
        </a:defRPr>
      </a:lvl2pPr>
      <a:lvl3pPr marL="1143000" indent="-228600" algn="l" defTabSz="457200" rtl="0" eaLnBrk="1" latinLnBrk="0" hangingPunct="1">
        <a:spcBef>
          <a:spcPts val="0"/>
        </a:spcBef>
        <a:spcAft>
          <a:spcPts val="600"/>
        </a:spcAft>
        <a:buFont typeface="Arial"/>
        <a:buChar char="•"/>
        <a:defRPr sz="2000" kern="1200">
          <a:solidFill>
            <a:schemeClr val="tx1"/>
          </a:solidFill>
          <a:latin typeface="+mn-lt"/>
          <a:ea typeface="+mn-ea"/>
          <a:cs typeface="+mn-cs"/>
        </a:defRPr>
      </a:lvl3pPr>
      <a:lvl4pPr marL="1600200" indent="-228600" algn="l" defTabSz="457200" rtl="0" eaLnBrk="1" latinLnBrk="0" hangingPunct="1">
        <a:spcBef>
          <a:spcPts val="0"/>
        </a:spcBef>
        <a:spcAft>
          <a:spcPts val="600"/>
        </a:spcAft>
        <a:buFont typeface="Arial"/>
        <a:buChar char="–"/>
        <a:defRPr sz="1800" kern="1200">
          <a:solidFill>
            <a:schemeClr val="tx1"/>
          </a:solidFill>
          <a:latin typeface="+mn-lt"/>
          <a:ea typeface="+mn-ea"/>
          <a:cs typeface="+mn-cs"/>
        </a:defRPr>
      </a:lvl4pPr>
      <a:lvl5pPr marL="2057400" indent="-228600" algn="l" defTabSz="457200" rtl="0" eaLnBrk="1" latinLnBrk="0" hangingPunct="1">
        <a:spcBef>
          <a:spcPts val="0"/>
        </a:spcBef>
        <a:spcAft>
          <a:spcPts val="600"/>
        </a:spcAft>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00000"/>
            <a:ext cx="12192000" cy="1100000"/>
          </a:xfrm>
        </p:spPr>
        <p:txBody>
          <a:bodyPr anchor="b">
            <a:normAutofit/>
          </a:bodyPr>
          <a:lstStyle/>
          <a:p>
            <a:pPr algn="l">
              <a:defRPr sz="1800" b="0" i="0" u="none" cap="none"/>
            </a:pPr>
            <a:r>
              <a:rPr sz="1800" b="0" i="0" u="none" cap="none"/>
              <a:t>Dynamics 365 CRM history 2003–2026</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Copilot Content Block">
                <a:extLst>
                  <a:ext uri="{FF2B5EF4-FFF2-40B4-BE49-F238E27FC236}">
                    <a16:creationId xmlns:a16="http://schemas.microsoft.com/office/drawing/2014/main" id="{B38104E7-54F0-409A-81FF-A6424D53EF5F}"/>
                  </a:ext>
                </a:extLst>
              </p:cNvPr>
              <p:cNvGraphicFramePr>
                <a:graphicFrameLocks noGrp="1" noChangeAspect="1" noMove="1" noResize="1"/>
              </p:cNvGraphicFramePr>
              <p:nvPr/>
            </p:nvGraphicFramePr>
            <p:xfrm>
              <a:off x="0" y="0"/>
              <a:ext cx="12192000" cy="685800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4" name="Copilot Content Block">
                <a:extLst>
                  <a:ext uri="{FF2B5EF4-FFF2-40B4-BE49-F238E27FC236}">
                    <a16:creationId xmlns:a16="http://schemas.microsoft.com/office/drawing/2014/main" id="{B38104E7-54F0-409A-81FF-A6424D53EF5F}"/>
                  </a:ext>
                </a:extLst>
              </p:cNvPr>
              <p:cNvPicPr>
                <a:picLocks noGrp="1" noRot="1" noChangeAspect="1" noMove="1" noResize="1" noEditPoints="1" noAdjustHandles="1" noChangeArrowheads="1" noChangeShapeType="1"/>
              </p:cNvPicPr>
              <p:nvPr/>
            </p:nvPicPr>
            <p:blipFill>
              <a:blip r:embed="rId4"/>
              <a:stretch>
                <a:fillRect/>
              </a:stretch>
            </p:blipFill>
            <p:spPr>
              <a:xfrm>
                <a:off x="0" y="0"/>
                <a:ext cx="12192000" cy="6858000"/>
              </a:xfrm>
              <a:prstGeom prst="rect">
                <a:avLst/>
              </a:prstGeom>
            </p:spPr>
          </p:pic>
        </mc:Fallback>
      </mc:AlternateContent>
      <p:sp>
        <p:nvSpPr>
          <p:cNvPr id="3" name="Slide Number Placeholder 16"/>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A84A5C0-6B26-42A8-9E75-BEFC5BBF759B}" type="slidenum">
              <a:rPr kumimoji="0" lang="en-US" sz="700" b="0" i="0" u="none" strike="noStrike" kern="1200" cap="none" spc="0" normalizeH="0" baseline="0" noProof="0" smtClean="0">
                <a:ln>
                  <a:noFill/>
                </a:ln>
                <a:solidFill>
                  <a:srgbClr val="000000"/>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a:t>
            </a:fld>
            <a:endParaRPr kumimoji="0" lang="en-US" sz="700" b="0" i="0" u="none" strike="noStrike" kern="1200" cap="none" spc="0" normalizeH="0" baseline="0" noProof="0">
              <a:ln>
                <a:noFill/>
              </a:ln>
              <a:solidFill>
                <a:srgbClr val="000000"/>
              </a:solidFill>
              <a:effectLst/>
              <a:uLnTx/>
              <a:uFillTx/>
              <a:latin typeface="Arial"/>
              <a:ea typeface="+mn-ea"/>
              <a:cs typeface="+mn-cs"/>
            </a:endParaRPr>
          </a:p>
        </p:txBody>
      </p:sp>
    </p:spTree>
  </p:cSld>
  <p:clrMapOvr>
    <a:masterClrMapping/>
  </p:clrMapOvr>
</p:sld>
</file>

<file path=ppt/theme/theme1.xml><?xml version="1.0" encoding="utf-8"?>
<a:theme xmlns:a="http://schemas.openxmlformats.org/drawingml/2006/main" name="1_Office Theme">
  <a:themeElements>
    <a:clrScheme name="BOFOR 2025">
      <a:dk1>
        <a:srgbClr val="000000"/>
      </a:dk1>
      <a:lt1>
        <a:sysClr val="window" lastClr="FFFFFF"/>
      </a:lt1>
      <a:dk2>
        <a:srgbClr val="081233"/>
      </a:dk2>
      <a:lt2>
        <a:srgbClr val="F0F0F1"/>
      </a:lt2>
      <a:accent1>
        <a:srgbClr val="FF7F31"/>
      </a:accent1>
      <a:accent2>
        <a:srgbClr val="FFD440"/>
      </a:accent2>
      <a:accent3>
        <a:srgbClr val="0090A4"/>
      </a:accent3>
      <a:accent4>
        <a:srgbClr val="081233"/>
      </a:accent4>
      <a:accent5>
        <a:srgbClr val="F4B89F"/>
      </a:accent5>
      <a:accent6>
        <a:srgbClr val="D27CFF"/>
      </a:accent6>
      <a:hlink>
        <a:srgbClr val="008BCC"/>
      </a:hlink>
      <a:folHlink>
        <a:srgbClr val="33C8BE"/>
      </a:folHlink>
    </a:clrScheme>
    <a:fontScheme name="Bofor 2025 System">
      <a:majorFont>
        <a:latin typeface="Arial Bold"/>
        <a:ea typeface=""/>
        <a:cs typeface=""/>
      </a:majorFont>
      <a:minorFont>
        <a:latin typeface="Arial"/>
        <a:ea typeface=""/>
        <a:cs typeface=""/>
      </a:minorFont>
    </a:fontScheme>
    <a:fmtScheme name="Hienovaraisen yhtenäinen">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51.png"/></Relationships>
</file>

<file path=ppt/webextensions/webextension1.xml><?xml version="1.0" encoding="utf-8"?>
<we:webextension xmlns:we="http://schemas.microsoft.com/office/webextensions/webextension/2010/11" id="{34A27B75-8BC8-4925-8B55-13435F6B3466}">
  <we:reference id="fa000000210" version="1.0.0.0" store="en-US" storeType="sdxcatalog"/>
  <we:alternateReferences/>
  <we:properties>
    <we:property name="contentBlockHtml" value="&quot;&lt;!DOCTYPE html&gt;\n&lt;html lang=\&quot;en\&quot;&gt;\n&lt;head&gt;\n&lt;meta charset=\&quot;utf-8\&quot;&gt;\n&lt;script&gt;\n(function(){function u(){var r=document.documentElement.style;r.setProperty(\&quot;--vw\&quot;,innerWidth/100+\&quot;px\&quot;);r.setProperty(\&quot;--vh\&quot;,innerHeight/100+\&quot;px\&quot;);}u();addEventListener(\&quot;resize\&quot;,u);})();\n&lt;/script&gt;\n&lt;title&gt;The evolution of Dynamics 365 CRM&lt;/title&gt;\n&lt;style&gt;\n:root{\n  --vw:1vw;--vh:1vh;\n  --navy:#081233;--teal:#0090A4;--orange:#FF7F31;--grid:#DADADA;--ink:#000000;--paper:#FFFFFF;\n  --space-xs:min(.4vw,.71vh);--space-sm:min(.7vw,1.24vh);--space-md:min(1.2vw,2.13vh);--space-lg:min(2vw,3.56vh);\n  --fs-24:min(calc(2.5*var(--vw)),calc(4.444*var(--vh)));\n  --fs-20:min(calc(2.083*var(--vw)),calc(3.704*var(--vh)));\n  --fs-16:min(calc(1.667*var(--vw)),calc(2.963*var(--vh)));\n  --fs-14:min(calc(1.458*var(--vw)),calc(2.593*var(--vh)));\n  --fs-12:min(calc(1.25*var(--vw)),calc(2.222*var(--vh)));\n  --fs-11:min(calc(1.146*var(--vw)),calc(2.037*var(--vh)));\n  --fs-10:min(calc(1.0*var(--vw)),calc(1.78*var(--vh)));\n}\n*,*::before,*::after{box-sizing:border-box}\nbutton{font:inherit}\nhtml,body,.viewport{width:100%;height:100%;margin:0;overflow:hidden}\nhtml{background:var(--paper)}\nbody{font-family:Arial,sans-serif;color:var(--ink);font-size:var(--fs-14);line-height:1.3}\n.viewport{position:fixed;inset:0}\n.page{width:100%;height:100%;margin:0;padding:2.8vh 3.5vw 12vh 3.5vw;transform-origin:top left;position:relative;display:flex;flex-direction:column;gap:var(--space-sm)}\nheader{flex:none}\nh1{margin:0;font-weight:700;font-size:var(--fs-24);line-height:1.15;text-transform:uppercase}\n.sub{margin:var(--space-xs) 0 0;font-size:var(--fs-12)}\n.top{flex:none;display:grid;grid-template-columns:minmax(0,61fr) minmax(0,39fr);gap:var(--space-md);align-items:stretch}\n.stage{position:relative;min-width:0}\n.pic{position:relative;line-height:0}\n.pic img{width:100%;height:auto;display:block}\n.shade{position:absolute;top:0;bottom:0;background:rgba(255,255,255,.62);transition:opacity .35s;pointer-events:none}\n.fig{position:absolute;top:0;bottom:0;background:transparent;border:0;padding:0;cursor:pointer}\n.fig:focus-visible,.eras button:focus-visible,.dot:focus-visible,.list button:focus-visible,.nav button:focus-visible{outline:3px solid var(--orange);outline-offset:2px}\n.eras{display:grid;margin-top:var(--space-xs)}\n.eras button{border:0;border-top:3px solid var(--grid);background:transparent;text-align:left;padding:.25em .3em 0;cursor:pointer;color:var(--ink);min-width:0}\n.eras button b{display:block;font-size:var(--fs-11);line-height:1.2}\n.eras button span{display:block;font-size:var(--fs-10);line-height:1.2;color:#444;white-space:nowrap;overflow:hidden;text-overflow:ellipsis}\n.eras button[aria-pressed=\&quot;true\&quot;]{border-top-color:var(--orange)}\n.eras button[aria-pressed=\&quot;true\&quot;] b{color:var(--navy)}\n.card{background:var(--navy);color:var(--paper);padding:var(--space-sm) var(--space-md);display:flex;flex-direction:column;gap:var(--space-xs);min-width:0;min-height:0;box-shadow:0 min(.6vw,1vh) min(1.6vw,2.8vh) rgba(8,18,51,.25)}\n.eyebrow{margin:0;font-size:var(--fs-10);font-weight:700;text-transform:uppercase;letter-spacing:.06em;color:var(--orange)}\n.card h2{margin:0;font-size:var(--fs-20);line-height:1.1}\n.card .es{margin:0;font-size:var(--fs-11);color:rgba(255,255,255,.85)}\n.list{list-style:none;margin:0;padding:0;border-top:1px solid rgba(255,255,255,.35);display:flex;flex-direction:column}\n.list button{width:100%;display:grid;grid-template-columns:5.6em minmax(0,1fr);gap:.5em;align-items:baseline;background:transparent;border:0;border-bottom:1px solid rgba(255,255,255,.12);color:var(--paper);text-align:left;padding:.16em 0;cursor:pointer;font-size:var(--fs-11);line-height:1.25}\n.list .dt{color:rgba(255,255,255,.7);font-variant-numeric:tabular-nums;white-space:nowrap}\n.list .nm{font-weight:700;overflow:hidden;text-overflow:ellipsis;white-space:nowrap}\n.list .nm i{display:inline-block;width:.6em;height:.6em;border-radius:50%;margin-right:.4em;vertical-align:.05em}\n.list li.on button{background:rgba(255,255,255,.08)}\n.list li.on .nm{color:var(--orange)}\n.list .ds{display:none;grid-column:1 / -1;font-weight:400;font-size:var(--fs-11);color:var(--paper);padding:.2em 0 .35em;white-space:normal}\n.list li.on .ds{display:block}\n.nav{margin-top:auto;display:flex;align-items:center;justify-content:space-between;gap:var(--space-sm);font-size:var(--fs-10);color:rgba(255,255,255,.75)}\n.nav button{background:var(--paper);color:var(--navy);border:0;border-radius:999px;padding:.2em .9em;font-size:var(--fs-11);font-weight:700;cursor:pointer}\n.nav button:disabled{opacity:.35;cursor:default}\n.tl{flex:1 1 auto;min-height:0;display:flex;flex-direction:column}\n.legend{display:flex;gap:var(--space-md);font-size:var(--fs-10);font-weight:700;flex-wrap:wrap}\n.legend span{display:inline-flex;align-items:center;gap:.35em}\n.legend i{width:.75em;height:.75em;border-radius:50%;display:inline-block}\nsvg{display:block;width:100%;height:auto}\nsvg text{font-family:Arial,sans-serif}\n.dot{cursor:pointer;transition:opacity .3s}\n.logo{position:absolute;left:86.38%;top:88.26%;width:12.82%;height:10.59%;object-fit:contain;pointer-events:none;z-index:5}\n@media (prefers-reduced-motion:reduce){.shade,.dot{transition:none}}\n@media (forced-colors:active){\n  html,body,.page,.card{forced-color-adjust:none;background:Canvas;color:CanvasText}\n  .card *{color:CanvasText!important}\n  .card{border:1px solid CanvasText}\n  .nav button{background:ButtonFace;color:ButtonText;border:1px solid ButtonText}\n}\n&lt;/style&gt;\n&lt;/head&gt;\n&lt;body&gt;\n&lt;div class=\&quot;viewport\&quot;&gt;\n&lt;main class=\&quot;page\&quot;&gt;\n&lt;script&gt;\nconst viewport=document.querySelector(\&quot;.viewport\&quot;);const page=document.querySelector(\&quot;.page\&quot;);\nfunction contentHeight(){const t=page.getBoundingClientRect().top;let b=t+page.scrollHeight;page.querySelectorAll(\&quot;*\&quot;).forEach(e=&gt;{b=Math.max(b,e.getBoundingClientRect().bottom)});return b-t}\nfunction fitPage(){const w=viewport.clientWidth,h=viewport.clientHeight;page.style.transform=\&quot;none\&quot;;page.style.width=w+\&quot;px\&quot;;if(contentHeight()&lt;=h){page.style.width=\&quot;100%\&quot;;return}let lo=.2,hi=1;for(let i=0;i&lt;12;i++){const s=(lo+hi)/2;page.style.width=w/s+\&quot;px\&quot;;if(contentHeight()*s&lt;=h)lo=s;else hi=s}page.style.width=w/lo+\&quot;px\&quot;;page.style.transform=\&quot;scale(\&quot;+lo+\&quot;)\&quot;}\nvar fitFrame;function scheduleFit(){cancelAnimationFrame(fitFrame);fitFrame=requestAnimationFrame(fitPage)}\nnew ResizeObserver(scheduleFit).observe(viewport);addEventListener(\&quot;load\&quot;,scheduleFit);addEventListener(\&quot;resize\&quot;,scheduleFit);\n&lt;/script&gt;\n&lt;header&gt;\n  &lt;h1&gt;From CRM 1.0 to AI agents: 23 years of Dynamics 365&lt;/h1&gt;\n  &lt;p class=\&quot;sub\&quot;&gt;How Microsoft's CRM evolved, 2003\u20132026. Click a figure, an era or a milestone, or use \u2190 \u2192 to step through the history.&lt;/p&gt;\n&lt;/header&gt;\n&lt;div class=\&quot;top\&quot;&gt;\n  &lt;section class=\&quot;stage\&quot; aria-label=\&quot;Five eras of Dynamics CRM\&quot;&gt;\n    &lt;div class=\&quot;pic\&quot; id=\&quot;pic\&quot;&gt;&lt;img alt=\&quot;Illustration in the style of the march of progress: five office workers evolve from a hunched man dragging a CRT computer and floppy disks, to a man with a laptop and a cloud, a man with a tablet and tool belt, a professional with a dashboard laptop, and a relaxed professional walking with a small AI robot.\&quot; src=\&quot;data:image/jpeg;base64,/9j/4AAQSkZJRgABAQAAAQABAAD/2wBDAAYEBQYFBAYGBQYHBwYIChAKCgkJChQODwwQFxQYGBcUFhYaHSUfGhsjHBYWICwgIyYnKSopGR8tMC0oMCUoKSj/2wBDAQcHBwoIChMKChMoGhYaKCgoKCgoKCgoKCgoKCgoKCgoKCgoKCgoKCgoKCgoKCgoKCgoKCgoKCgoKCgoKCgoKCj/wgARCAHTBXgDASIAAhEBAxEB/8QAHAABAAIDAQEBAAAAAAAAAAAAAAUGAwQHAgEI/8QAGgEBAAMBAQEAAAAAAAAAAAAAAAECAwQFBv/aAAwDAQACEAMQAAAB6oAAAAAAAAAAAAAAAAAAAAAAAAAAAAAAAAAAAAAAAAAAAAAAAAAAAAAAAAAAAAAAAAAAAAAAAAAAAAAAAAAAAAAAAAAAAAAAAAAAAAAAAAAAAAAAAAAAARsxJIz2iQEWAAAAAAAAAAAAAAAAAAAAAAAAAAAAAAAAAAAAAAAAAAAAAAAAAAAAAAAAAAAAAAAAAAAAAAAAAAAAAAAAAAAAPEJNcu1qydozY/f2l4bf2Yi1Zhr7FZBIAAAAAAAAAAAAAAAAAAAAAAAAAAAB5jCVAAAAAAAAAAAAAAK3CyIGUNoSAAAAHmHoSAAAAAAAAAAAAAAAAAAAAAAAAAAAAAfPvwrc7XpTXGS+aal95qeInf8Auh5MEvCzcgrYAAAAAAAAAA0KPDo+LlGlW/Wt/lfQprJC0AAAAAAAAAAAAMWryMvcVSNaLWauSnul+oTcbJaZAAAAAAAAAAAGCFhtQNS8472irIimk7N86vmmfTXz7tgAAa+wgE+KzadDm6djOdHOEwAAAAAAAAAAAAAAAAAAAAAAAAAAAABpQtnWpV9a4/LV55KW/VmIzY8S9NPQrYAAAAAAAAACNgdbl9bWiO87+G+nHX+cpflvZqtcunm2hegAAAAAAAAAADX2Kac7jPnyWxa6jb8tb3A72pz7zU7U7Z18gTAAAAAAAAAAwkFyawYcdovZ8/ctd+3amPPTLZqrMdHPZxvgAw5iKJdce1pymCv06bOqOxOdma+xXY+aFLSAvUAAAAAAAAAAAAAAAAAAAAAAAAAAAA8U6JsFQq3jHawQ2aSz0g+h13pG+HsaZgAAAAAAAAPn2GKFBaMbnpYY9oRPX9aZ983TW7xDaGuVzYM/TzAAAAAAAAAAAIqV+H5tkrhWk7U/NyHH2HrDnpik65eenl9DfAAAAAAAAAB494jllQtNMz1yfbqy1s25o7HP0Y/u3GXztuzhzd3CeYLHWffG2X2IVEsunzeF0w7Fn5r0GrJvytdjaxxO5v46hrmAAAAAAAAAAAAAAAAAAAAAAAAAAABCcZ6BTMtcGTV+Z6dGfJfLWvdArbbC1o2S3wCQAAAAAAAD59HL+c/pXkZuyPMur8nZItv7lppaE1paZ2b78+9nGAAAAAAAAAAAB54/2KpzFTu2vs+f6Ox8psvfPNbK1Zujn9DTMAAAAAAAAACM5p17Uhw27wFl5+qw/dDV5ujf0fv3XG5evn3t42DOiWju1BWBrG946eOv4ZLzpnv6E3Aqdxh/MN5ftSF15R1Xo5fTBmX+hIAAAAAAAAAAAAAAAAAAAAAAAAAD59HMKF37lVL6G7HXPn6diVyZMdscNKx1q23ax5O/zwAAAAAAAAAGLHze1dW+UW7cvVGxlpiq32stlb8/z6XoAAAAAAAAAAAQnPb06ByaN+9PP17LTul8PZTrzzzci95F8wAAAAAAAAAAHzDzuYlNv5N5a6NbnIPm6egZIqV7eIBi9QeG09S7pi6OfkdR6vze9MiP8dPD7ZunYdlj53caXzbbfUNCR1zqUjJbNsPoz7AAAAAAAAAAAAABgM/znuKl+j6PPo+HWc/LulXrnY8kwAAAAAAAANQ24eKqxV+iwFtw6NfDLQeO2xiumfo5tbaNcgAAAAAAABBo2qbS5Po5sWGW0dcvPTOXWrHaQr89A8/VeJ3gfTNsLgMtgAAAAAAAAAPnLrtwrbLb3I2Q6uXxqbWtMeur8ssWWsvTeqVfyfXjutfn3p3peZexz7gAAAAAAAD4fKNo0TbPc1s/zoyx9b4/6pPT9KiWDn31eh8V2Nsv0Ih5jm2fPofMcJNJHWl/ETAeJSpTW0RVJm9ebzccEiru4NiF5PUmhrkAAAAPh9AAAAAIiEurWOtrHjh8kJv3WNOVyocVUU7U1VJLDfCmduJi9qM9zHWpeiXbo5sotAAAAAADBm5yeNLWmJe9WU0YnWvFDsCMG/z5fPt6Em6aAAAAAAAAAfOP9O4pthlltHN0cubzizxOLb0M8T16E3s3H3cezyVa6+PvfrHk5O0AAAAAAAAAeTn3ONrT7eTb+ecemX37hzzGHN4+xPW4XU2vn/oKzvZIb1/J7n98+ufYAAAAAAABo73PZjnfvBn7ef75w+5jJ9++jFi2MUvnn34h0foXKOr8fQxZcVJ9e8OYGEy024r4Vr3vwW3DHW/zuZ74tT7L8Hs+h1coAAAAAAAACPj9elsMhtYMdPeTB7idxhyWr6188bEwPK+080vGKG6fT6azNp2KfneZpVg+Xpi6fWLjvz/ReoAAAAA1yL5xvZz5teMCcvnW20aspFShW9nU3NuaR6Tyjq+PT9AAAAAAAANQolOyZ+zgyYcuCa4NuBl6a7HzJ5ib1ZeeWjDogqL0Tn+/P2eSq9o5+oa8TE848xOlJvqHOOsVn6K2AAAAAVC2cL0zi9t67ePFr5Y2LZdvR2UZsPrxNZW4c3u3j+znpVvp3Rj+hM9VtSgRIAAAAAAHzhvU+L7Z/PeTx044cHzBS0z60Nm9cmD34R7+fMJaOx8S7bydEbzO3RdZi5jagJjq2vsfaTD6ljXwh5T76jTz4zKbBMAAAAAAAAAKt6+Z3ySHxjpH5MESTO999yyYfesjZht+JiZWp3ep00+7kbPV1w6EpFzGpbYO4dHNkG2IAAAAAHznlip5722CJR+SszEtOxUgam9G+JR25p/Onzpvq/KOr8vo/QAAAD4fQAAOfX7i2mWHa0dbp45CH9x8W29zBlx6fvvU3K2e8M6T1G6Fza+XRb5yHruev3m9h5RW+9szWTm67VYMGfflCQAAAA+FK5fOQvbyZsPnDplj18rLX16ybNo1PUxvQqFskPfJ2a1NtVTT0TpvBu43y2RloAAAAAA+fdM5jVPP3s582n7w2jVyY9ik5M/jJpX54yfDzrbOtDb79+eOgY6bOfLX8JtEB62Mt7xv6m3pVjyEREr6TQI0AAAAAAAAAQk1TazmkfOPn2kcEHvkRMw9hPXvY1JjNC54GJsGhK1eJmqXXJHWm7bYvYppuY/m7W2a0PvVyBIAAAABgz88NPJGSJr/ADWrZ93I7ctEpLVv1Cer07pTGnqvHRxWjq3MegcvfvgAAAAAAAqvNLpz3p5NjY+SemUDG2/TreE2JC2cndHQXVIrk6uZdH15jfCP5Z07l3VySk9F/dufc8z2r5/q7M5vT9ZfTbAAAAABDzEYjhuFs+hx6FkjrFSb3LeNnk6PLNExEh5+UO2N+wV/xj0x3Men8u6s9m+ULd0r337AT/JuCQAAAAFIu3Ib1rGlmzdWGla69e870rTvVGtGbJiz6U9ePuOXzUzYKT9v8F0rzu+v2SE1stbTWJqw9HLs/SYAAAAAAAAAAAArtYu/DM79ewcrkc79IrPvPWZ+Zx5ZjHrfK8RFtjclLyNbRpXZ2p9M3y9zetsVmf8ApvkAAAAAAB84v2L89zE7ZqpZ4nNz3pVDPmX1ntGP38Q3tTznTF7ERYL5SNlr2xnr0z749gAAAAAAGvzLqvm1Pz/761Vd+esW2hSUx0KT4+8/0ur6PMPNb3ToNCvPRzU3nPSKtthF+bpMXy5p0OVtWW/oZ6gAAAAAAcppXfuD9PPt7kPudGPZvFBneD19WTiZTq+bs1Ptlcx7N3Fk0MuiN5l0nmuttzfitroymuy8ItOWnVHz7zbAAAAAK/YPiPzev1H6sdqxWGW4uupUOVi+3ly5XrSmHzsY0YcOztROrcrlO8XXE2AiAmAAAAAAAAAAAAB5KJVtjWx1+akhH1nF2Gi2xG580cNbYo+u2ZOHX377pSrQnRaXrnyzrnI+q0vNam5GUm1Pn3fIAAAAAAfCo8muVStXasdNtMTP02212Jj2t7tG75wfTLm0phFWsNet9qSmeHk89p20816Oj2AAAAAADxz/AKDTJjTkoqDtWneZ7V1ww5ce5nrqbWT5vzXmQ43Kc3ZbPPOeh3p1YZagAAAAAAAAKLetKY/PshFbfbyTPSOZS1b9M9xU3zaatKvVB0w29CX1ujj0aDeqNzepe6J+geVorm5EzvRle7tyvp3F1ZhAAAAABV7QKJNSHKeXq2KPNzHbyVH5I7nTywX2ei1tKZibrW3W/Xz7y7gAAAAAAAAAAAAAPPocexTdfw18+NhE9A24+ciYWkXvnUxqWDS82jrW5gz7ZfOc9H5HMVbsvGerZae9LLvZaWHNVbV0YBIAAAAB49xxx7SkdS1Yq2RWsXGIt0zy9XGvdtp/Rhm++fVqeo7e2DR7jxvukTx2RstKTZpKu7VZ6I8+pgAAAAAD5yPpXL8tZKqTGFMexTtbQ/rX3uzh2sWWS0wzxtpxeX63NbjVrP6HB1gZbAAAAAAAAAIqV0zicP0DS3y173z/AKRx9m3BS9Kx1Ya9oej59vx1TYRs6Enrp7Tt4dzHTh212SJsxRuhi8/uvmzXbD28X0TAAAAACkXfWmOS9B5LbufbUxZdr1PAyWel6dN5S18w6fn02UY9QAAAAAAAAAAAADxCxCMFu435vTrfM75XMta5g2cmG1zgblScOmN19GW6eTc9481bWa48a6vtlu8Q7fwPXPS6RzrrcW9ylY1uPqnrPy6xdHPcBeoAAAAAEfA24c8o3e6lMe9zm2Lj7dnWjtbp5t3zjz6ZR89rykTi7HQL/EuX9RI5tY9eL5O20TVOuHRzfRegAAAAGjxLr3H7Vz58Himnm01TYx2i5jVv2mFPvHzay091SzwOelEu922vQ4d8Z6gAAAAAAAAAPHscljO0/nm8SkTi+aU9/Pu1rnr5dvydpkq9ZeTcIkCl1y2aGHRJWfU3NcAtAAAAAD59HJIPp3NevzJb3o7GvJsePn2Jhe0cr6rz+huDDtAAAAAAAAAAAAVmy8/RzuXhJDWmxpdfrdXO7lTZCUlvalk4e2X5Lfeep3NuK3L5S2fR3K2+y0fr2jq/577xQ+nno/fOYdOlUs2Df5uhnxRdNNy48/3+vjuLW2a2AAAAAAHwpnNLFXpjey/JVMRlltqGHax6p1L7qbYBH826ZXstde66m5egWqAAAABo8l7QmPz27pULRTdPNrRMvdKNdeLp2M/xS+THk9IzT9MuXXz/AEXqAAAAAAAAAAPhCcKutN1pjzYsuuef3jy6Vy+8fqVo6lwXu3LtlGVwAAAAAAAAB8KHzybh+vzd/ait3Xk3feHJNfdkr/nLo6y8+uP1wAAAAAAAAAAAEDPaBwTJ79aUnVZnYQ1lrsjMbXSuadI4e2P5x0/n8T91bfbunn4/v6/vLSSYclLb/Q+ZbO2V/pEhqXp5rNoz2rEWWCx83VsetXR3xn5VF3zvT59rYAAAABES/OSoes2CY17LAE21g9ROzjxZSZt/MOno+gAAAAAAAAAY8lYhRPWx5599XZ++Im3ZaxYqW2PWDJE4JuL8652p8+9OAAAAAAAAAADV2qLMcx85sPRli8+/pmy/cV65feHNevjqvKrLnfrj595NwAAAAAAAAEXKUSa8/wDmzi7/ABse1hwxMxlj9mc9xjzouVn5b1Hi9n6KbAAAAAAAAAAACEM3Kei5pjiN/sMZMadenZis1mZsnvDei6HTti1anIbmrelPiepcziW3ES2Wm17idkuf3X9o2MGTNaMPrbxTHjn/AEHmmtLlsV+y2rZt6Bl6znCQAAB5NDlcj5NLDva0tGX0Oro5/wDeh82TvfdHchks9eyl8fPoAAAAAAAABj5zPwGWnjxt/MddLzmtN679S6HB65RvqLluTpy+Pf1ExuwE/wBvKEgAAAAAAAB8NLjVhpG+WTx9+608bODrud5vkfaobK/ENjW99eG161dlHbt6l3Ti6QiQAAAAAAB8NXk1kqHTwfPmzj34dW0QPYcO6p0ztHI4au3rbfR5+e70Ow49l4HL6YAAAAAAAAAAHyg36izF5rdjpdZh9zFNVtp72ptUtKc56TzDTPXdBqGuaQibXW2Wa5VLUvKV6agMtPetI+Imw7UTJzG5taO+jN9zDByHqvNds7FPVax3rcOOdh4gdbmuY9NrP0JAA+UCWrBh97HlOPT9b0xM3T56h8550SFKJn0twffukdZ+4M4AAAAAAAAhd+iUthybvjn3+esXwy33U3OnnfPq0c0kpGN5d9/Fs4M9Nmy0y5dfN9F6gAAAAAAAKLJcl1o8ZfHRl8eJiEt1jV2+Xd8+qzx6r9d5B047eL392zuvTOG9x5N/ozuAAAAAAAgJXkumGD7seOzyvTxL1vNXXx74vX+Ua9R6OPyMZId/i+J+I8U07A8+uL2QAAAAAAAAAAFLudKmLPzuwYqz8a3zLTb3NOThscxu1A3xm9DUza55t+K+G7OV66Z6VPW2o7DeSxffNJzz1YstoksmDamPetn8nzn3RuZ65yNo+wWleow8nmpaGmPoAAam1RCC3cORP2OzYEe+taEiAPPock3JOLls4M6Fhs3Pegn0AAAAAAD590CseY/f5ejJp+8FZ179EWbpxC9ANWgdIoWWkjsae5zbadih8W2dsHRiAAAAAAAw5uezFI8YHbhlwvEPfdK/cObUM7gePz/+guT60qexrbPVjj7FyK1ZX6k+feXYAAAAAAYCj1zXzdvj7Op68XydfgrLx+sGe759HIsdlqnb5G59Z7Y3Sf5x0bj9j6KagAAAAAAAADQMdVk8M1w4tCVz01cWx4pbZk4+TialVZKH6ubZ+4Pd65fmP6e+pcz6Hhtrc97jx6tvPrS2stPU9DZy02GuWKa4ffsa3MOlcv2zuNs510u9adfKjY4ncESAPhG84kY8yfMvs07XA9MPoAAILnvXuWGxljd00+lUGQL4+fQAAAAAD5SLJTs753rY59/Gut+me/8AToxAAVyx/IUSQhpDk6duO3/ETZ9iv2Ds5gmAAAAAB8MHCLrRujJj9Zts8dmgO3ZX3fpzbAAK7YviPzrszFf7efcx+8do7jJcs6lxdH0VsAAAAApVx5Brz6/v1t9fk4t7T6Zj2SP05fSAA0OQ9soG3LAbURJ9Xma/TucT2PXfBy+kAAAAAAAAAp1xiZjarmOVJWg9GoNZit3Xw56Ts3TLtCkQPVti9OJeuyxN6cw93+OtGhdcG3lpYKTd9W0cQ2dPZx1kdH7nibnYqhJTXNuY/ksVHtkNrnvy1b1tKzlxgrLWQiQFTtfNTU3NfKZNTVsRZpb59AAAFbsnw4/vY/EpHz90onoMtQb6j6A+D6AAB8+14gMtbsvL0ZsWDHEy9txZernCYAAAhKp0WjZaY5SCkefb3ZqTNbZWlEy2tD5D2pMtPcSAAAi5PmVopTxm7ebI1pqtrlefHvj3CJAAArnFf0ZxnbOA94MvTjm7DxmXzv21498m4AAAA+FOpe9odnk7XvUXxtd61Nvi9kK3AAa2yOK/LzQu3yZX1ra9seozHMulcfr+2DPTU045E609xIAAAAADSyQyICxwtuk4xZ8MTA/YLNE2XHC9TrNUkZ2Ph6zwmom5fYHfmJDajbPMffn1aOM6nRucZab2nG+Jiy7ERs6Usv2Bjyw7lS7GfKxntUxV7VQL8fREj4RnCLPXZjLaaHvSt/UqB0SsgAAAAVakdf5NLa+6WGHq18625jq0FzzSJiy1Ts6d0QAA0uPdBr8xR/W9j0pO37mHTePrsA3wAAAAQc58hzaT+RfN0S1EtVK1ztMhT8d4ltmMuG+OxctLex0CYAHwiuM2GNx6Kxv7jbLB1nl/dr5/RSQAAAFcsfxH50zWCt9uGb1h9Vt0y8cMw8PX3qp892KXmLpzXr1884vmAh5WporWvO5OD0Kbc9na9PyLOM+gAAADzxrs9b0x55sxMlvwLtGznB7ETnlNnXPDhyVrHeVtnj3pkEwAAAABULTBas1i79Qrunjut2+ixPM9+dp0xI9X53GJ7995Xa4WnHkGjvAAVnRmLbxS8U4jcNhr6fexhmSFkrHe4anus7ExJT9R1DD0HS3gIl8+jn3N/wBEw0xwOWvfNJWfs/5+sMOwqVdIn6AAABWrL8ODwt+olq+vOO5pqFk6TYoam4RIAAGtA2f5W3PqB2Ou6Z0PoXP/ADpTvjkvRM7ywrYAAADS433DkpC60vbL1oljsEvEx1h3GdgtAAD59HOKV3yGppxfbv8AzvPbc6Rzz1E9oUKz780sJqAAABX+MfobksqZL+9Lm7JDch5yEdt2+764au2aZAAVvamK3S8vs13aRtVu0aulJHZqm8TrFliQAAHz6KjW+iQWO0bcsGCJ+YdPavSIumVaoWqAAAAA8+hGQdvI55D9bS5vi6aOVeOrjjmv2xE8OkuvCsrOK97nRAfZ8c5xdLTFMrXVxwqT7F9ieZ5ui/Zjn/noQ53sXwUOasQ1cuVE4/GcamKQETim/hW6Z1ccX89q+zHFejWNEw/qX+EZ9khHfZAR/iUEJjn/AIU/mHf0xyO8WREwWWY+kZl3hres4xsg18e4I3VnBXYy6Ck+L0iedyNzTEPklBHJER3ySEf8kREeJn6QMNdhQ9boqJruzNJiJyyI0/eyMHv39PHjMNXHvfCN1pr4QdW6J8OI4u6/a6cTketERfuRWpoe90anncGn83Ro4pH4RtfuXg4BMdhyVvULHufbUwe9j2YPeYYvOwNfFufCPwynwia3d/KaRv2n7S1d1rT9KtYNtemu2fpg+Z/Rrs3gx/Pfgx1a065GaU7lppk2MGW+fr29D19Hz76+nn0+gAAAAAAAAAAAAAAAAAAAAAAAAAAAAAAAAAAAAAAAAAAAAAAAAAAAAAAAAAAAAAAAAAAAAAAAAAAAAAAAAAAAAAAAAAAAAAAAAAAAAAAAAAAAAAAAAAAAAAAAAAAAAAAAAAAAAAAAAAAAAAAAAAAAAAAAAAAAAAAAAAAAAAAAAAAAAAAAAAAAAAAHz6AAAAAHz6AAAAAAAAAAAAAAAAAAAAAAAAAHz6AAAAAAAAAAAAAAAAAAAAAAAAAAAAAAD4H0AAAAAAAAAAAAAAAAAHz6AH//xAA2EAACAgIBAwMDAwMEAgEFAQACAwEEAAUREhMUBiFAECIwICMxFTJBJDM0UCU1FkJEYHCQQ//aAAgBAQABBQL/APiI24oGQ6xODZ+7/wDVd9h5USCV4YQYqdKsS8Hf/qgigRZd7keOfdj2/QwWhcS0Wh/3czER/UK3lfNbtRXY1V/zVKetpfj5jn/vbX+ptryZ4yPpz9R+zafKYwFjWtps/NYwVh/Xq8k/1EUM2FlroYeay5NsPk7G6NJW42wqE9uTwsAeULxIfqXSzafiKeIbaLyFH3B/7uc917BZ5LOqIbE515LYjIbGMeILoibGfHuWRq16/qCe9GzbauX3F3dJbBVmndRcH5V2yupX2G1bbLyft6ylhau88k6h/l0ai6aPjuaCVWtlCa1h53m2hRxWMYy69lm0LTjNRr3uX+rux3v0NR12P+9tVxsBKLg54dpsMjYhAp2UsinfbA6xYAugkD+NetjUTtdrNWfI8tlrxwxLBSjx7ZzTFjjoxXlPyX9ztbBryMFci1QCGhrJaqZiIO5UtM1V6Lqvj72ILX37zLTKSodNqkSoVQZMUq/YTaro7lJSY/U3r6Oq1/UFdfR/+DWLCq4VdjXsuiYKPjb5sNRccyzYpI97VVAWV6kFDMrrK/qCKuVwWtPyfUtw69OG/ZPM4MxzoRMn3ExYCoSht6KeB+M0+2vYSXSMVohL+zPkkZ6VvXTtLbcYKK6tX6fFYUf1dmPIxzVpA9ynP6wUYO5r8pctwfRViDd/3d+4FNC900RdsLtxdt/B1bponREyE/G3FnvvssTC3X2HMN651RGevdVFrrJQWmrTBI+TsasWq3TxlGr5TXa0hj022CrSXOexMeCynWON1f4pRBD6mV27gzBFBTJd6SzWrhdIxBk0q8V66O5Syu4Xp/U2wZsZrVNCKBiU6thyGpTGHrVpmlclhGMGKagw/wD7kigYftiXQO33CZawWF0r1Cmoo6xKLAxx8bbTYijeQVWz1Yii96mLNZq6O1BQJoWKQd0VhTJEr5PqTVyJ6eyNW0tc+QCxGOjIZAFsJVK4+MwIYG41jKyy/jTjzr36+bSqKmIpz/C/4eLe4oBWvCniAsH5f0uNLqs7ddWLz7ss6zzX2dgM6rcBbIo5i6rqylY8mt/3WycxK7HWWAvowhWDdesHItzZc9qU/wBGSUEv4281bmW/8ayFv1vgLtV1JFSmR0gLVSNeEf1T5U++epNcNRukp92mv7Prso5pDPPx79Xyk7XRuTNC6dGa16GhE9USMFEVxHGrgXR9YXENy3YiurYXGBRpdwYaUyUZTiwjGsnv0XxZqXnF3tTYldn/ALr1G+APy5kZOZyOM0kdNFgwzFo6GLB9eKVibC/jepqqFWq72121xsyX0n3yfa/8veXKy00x6EsDqyy2xVytG0YE0rNjIjj5FkWkm/prQTo0wqiwiVn9RUORs6c53Jul+nct6W+oJ6bzrXam8QG+nC++i+3yLfEP9O/+o7v+j6e2yMcyFK/7ec3lElKzWVvJxmsgh1K2qpzgxlwGhldQIV8Y+jgla+xeGOkbUMVi9haJ0FdKK1SwVj5Wy2SKS1XmDerpE0w379mSYKPl3Cu28qdHamInLNTu2RGI/TBxJ56hV7epI5tc54skkq8qRzgwTDQsa1P38fWLKxfzazY6dcViVf8Ab3K42q261JU81dvwmpt1hgfujjOzMFsVcUR94+K9y0L3G0i3mmjlqmdeF9w6GUm35V7Z1qeXt7ZfkxJ4I8j6du9h7QBwWoWvYajZqD5Lmgle130zGkuJtofVB2GR15kpdtqdiWT9TiZFKDizjQFgPpA9NunYqGDCDCOSyuh1gtNqYpzsbPbEUkR0qwVU5YV3kxHEf9B5MRbY0F/H2NJNxTaoy+hUFSmMKuUbJODtamMt+UNZfZr/AA7d2vVyxu3NwpJ5muINUkoo6bqLLGEiIZXp63ZJvB8jebZpvCOS6IiCyORyJ5zXbOXUPuQ26mYZq9y6rCWi5XxJmBi/vwHH2HWS4xRklup2IXlSfnMCSXgbE1Rrdqm7+u0juwBzMMp0jwKVIM6oEX2iwEm5tCkNWMg/v+c7rldl5KyvsXdVnfN7gX2Q/X2PJuSwBwTE/h2LCa4u3QZctPtZU4CyPVXkwgwo0Qt2lpWv4u2u+FU9utA8xz7NichvUWnt+MHbfMXwkELnhml2ZWS+NubU1Nf1YMFnVyucOeMj+NDaive3SgmtCZdX/wAelX9VX4nqS7Js4jnnJL6DyOVbTqTG7jqkY9hmRnVWfLo/VnVIa0XROGAnDK88bB7qQs2jTzXV7DDi2oIQ7ufQz6rXySasc8hOQUT9fUNlkClowVmOQlJMmIYGL6H4jp7uvRWUr4DmglT9lbtSCY7ghjoGMcPWNYxt09j3669K6Fn8Xf2u/sVrIsV+wQlwU4nghrs7NqQiZr11lX7fTOvd2b8fG9XM/ZGIjOfpE/bOB9pYD/M0MlI5tFQq96WZ0bOPh3XxVqkwjKM5yP4+k5P0n2z0m39v6MnjOff6zkpelwzZnPE+3jqmkroC06FBSVPPxrGwQk5O9Yz+nAWDr6g5NGrOFq6c4xUpjZ3bnas2WWzjiCTZ6M8gSi7SlCCIk4UqLNfuV4sxYH595a71gJNmIjmJKeGjJQLZmdPZFSrbjt2VEyT1t6LY/Dv210kSUd0Oosn+I/vjP9tpx1RrXd+imIEtqrt7Nk9OAXUPxJy+ZtuD7ZH8TORnGHHMBPOem3Yqf2tqPVT0x9vcx8P1VbCEDhznODkZP1jC9x9J/wDM+jPcOP3PoZ9OR/EzEY+6teET7RVqsLxrOmF15MojiPiW7aagF5d3EV11wguc6/f6mIzO2V5bndItjWNKAmerQD1NtV5sFdr9x+1CEWtRITarICuv821uTUUABEqnPeMEsaRdEcSOqGJvb4RjZNCPJ07P/LR8P1S4Tla4jOicJkRnXyQzHLh6lrOTD08f7P8A/r6hGfKMZI9ewWUvrtrnio/qDeudrbGNebWUvy+o7vjVIHAjCKMKPaJzq5+kz0FQf491f8Xf/XEXS1Jw1fwZzczBbYYxmTxnViv7ecn6RhZ6abK9jmxtjTqf166yT3FwY0+6ZYtY0OuDB+TVacroiOCMDk++QER8a5ekTr1eg/4yZ7hEccDPAiRYMxOF/Es+yvwxdgBDdsEzuUqkP2fMKVZt3BOsy6c01/1hQ6+Y2f5ntBCmNbdeChzjJmM55+ifbNaX/krn7t0D+7SzztI+FacFdEsJzhnJ+6S6RjuSZC4xEWJ4jsc6t01rE7Gv3PUJQSjnqf6dn/xv0e0Uqv2isvks0NHy7H5SniNhZ866EYU9Ue0YZSUjkfQveAnmNczuJtz+1/c704/u6z4O6ueHRGMiMbjZ4iJ94mZzn6xhz7aU+xcz1JT8isjRROO0csgdNA3v0dUdXx7ttjm1kAlcRjj4wzCtXrBLcKZI/wCMb9mH/bZb211ldsa9Pya1d7YsT9rLAwaDe+1mwghLX0E04/PtbPmWYjPYI/cPLBArET3SjpxntZqn0XVzysJ+30/Ef1GPhep7HOR75x05M+9pnXKf5zn2icmcBrVls0+Lpuf9X6dZw36by93GBSexFVdN2aaeKn5fU9zs1IjIIemffGzxkR9IyPpP2lp/dew/sTP7npx0Ku/B9T2O7fj3mZjg/fDnk4jIjBjOPq3+BKYUo4YrcyPkU9i7H7NoDDP2qPV4f0KJmBrT3ojiPi37RMYhQqSPPB/atsQGLn+oXiLB+0Q/izP+neXta+93Ga84GhTYE3v7jZK1QywaitFBVQnqH825tzWrIVC0wAjBMDmy7thxLWJjgerLf+3ZZ21/wIT/AKbUfZc+CUxEPPybxMSvJYBS1kjAxgew4woiYie3mkRL73qb/gf/AHWtuBWvRMTG6veOr72tSpfct9TVJWKl/l3D/L2Ux7iQzkzxkzBAMZ2ucCqycHXtLA1bcjUtyNVay5SbVnp6HoZK313Lev8APbsLqoc2bFjpjC+2Z5PIjB94j6z9HfyJTnpR4Ce6iCs0SjHH02XMdCaqoTX+TtLJITVrwlYffMY7+3anPTVSNOqsOZd74U9IuP7V/dlWJK8zaVAJUv7jhsRYoXQtJ6LHU5rQCtpqwq/M5oJWbfMsGS0z5FYyc8V4TSst7nZxVlR4OWOJU73qli/el/Z8L1Izo1RBBLHO3MwYQCPbnnFAb2xrK9Rd7ZeSIdTM0P7df1P/AOu6v3QX155NsgDXS/G6xkYvqOvq1k9n5drY8bXxwOGMZ0gWaWsTLldXvA8ZyefuZ+5kyUZwedsTn1T7CUfvdBc+mrK0s/P6r6J18j9pAEZ7DnpiAnbXq/i24jjInIz/ABOf4d/Cglho0vby0tpO1ECylsq4sr68JuWvlCXk7DiYCz3wAbVlWeStyqI96yEdycD7m3GDEq6rb5GM2ClxLilOwqWLBRX++aNQ/Cm+iI1tfvN/P6wdxVQcdE9sycAdV0sVHEDznHVkKXi5QQPqH2mQUZS94eMePRZ3qfwPVcH24nnEzgcTHRGMrC0n6mylmkplXAvuhqK64Y1wq1S5VQ9Ul/oA92DPTkHxC7IJoU3tuW0atIz+bY1ot055Ao+7JX7aSxNazHvgx9Ltqa8ifUvgnY5pq1w8qL1V/JT96w657Wai75lb83qiTjZ89WRCwE5k49H89Xq1IhYjByPb9Dc0EDN6SjLLBEaSdj2l09gzKyRrp+TveqKB3lLJl2sGBtajMJ9ZkXImTqogVRGNLoWv9tUkV51cIStjRQro7pbae1d1ypiskBCdJIlrPg+pnd3ZU55SPS0I6uLC+m6HtERkR75X8eADgrNx/cHVhBDHeZmg5A/gPSD1bDRuTPMjMHOQ3NBEFZoFB1+eMJmPfPboQu/sHf7fqWeaIzkFkzk2XAPpWrML+B6opdp4zgcTEc8UHeRWdeWp29mfM2X8qiOySHrl1Nh0UVnMP1V/vH7GqcXOU7BUbSmC1f5dxRVdq8xAB7lzmm8inf8AWAj31TxJRI4JdWT7Zzn84eVXTXcOw751dcIF8zYO7FIV8AUBBKadJg7ZLM1yisWh9vpYnmdq/uYjoVDbf3EUkwrBWCtcE9C8hX2aeOlfwHHCl2Dky133V6xYUcxaj/yHSMYX25H1TEyNw+vKMwAQlzJkjqsGYmPgcxy3+nbJt3QsDBLKeyOrMWCCDv2sm3Z45Mw9NJnuNjrH1LzFHVa7+oCv05Y5H04jpXoaQyMQMfAt1ws13JOu9c8SLOnNLdJb7Xvsd1739r/u9cKrf1sMZtRGvG55L1T/AMuf7x9pg8geY0F+arvzbT082WyEgWnphXXaX3VbSwb78QOR05Ko+kjkR7okVWF6SgLUoUiPm+pnzke8REdThiDpUpt21rjoJy14pwsm7b7T6lT7XdEYgGuytqRzdh4trj9tHS0B98oTxf8AgepndvXMj7NZ/KS6Sj2y8PbvCWQUc885znOdRKpEH31OO2ovtP7h0bv2vzlPEU3QmyQg7NxaZ/Q55jPbBiOBr+3TEn7c6AwVUs7CON7eUyj6Sn/U/F9S0O6rALmOnNcxFpTF12GYqZN72pKWHizwFZzO4fqn3v8A9rt/q+jOfcJwogh0Gy7w/m2WpC25LDW2J5z1ClJzGdMznQcZyWcln+dZULYWxjiPmzl8p/qq/wCIOOmZ5z0/IAFT9xP+wc9CLNXZAV9hrdmsrBY2H09VkP8ATi+4RAksnjFn29v8D1O/rvl/t0y/1FTP/p3Ee3+BnjOrBmYyfvy/wRAXU2zVKqlPESHBZDGVLIzBR+acCToRdeJI2t5VpVlXRBBGduOsmEsVr6RPiMiJ6LliQsnPVnpAf9T8W5PFUf7VlglOUPJVkXVYvgxuiTKvh3uH0rM1l662TvVH/tCiea3319/q/EOJ4zXJbaZ46lEoxMPzXKoWV7m29R1Tl83tIYl4zINNQm4zW3AwwYP09JgX9R+dOXx6dkHtBEUz/LYIxyUrblhbQVt2qttZUHo0ddTpq11VlfT1UcSZdRyqeJloWMuIcOuUUGv8xTAxZFtl5CUCBwLRkF4kjdm0hnaCfaJyMjF+x2Zk3QMDjq4PqME1HWL2IeQ0buA/Pt9w9i9jxZ1KFxJWnS56Olx1j6MUPU7jOnuGWurmL9fyd5MIsekJ/wBT8XZz065bUxrR9so1BDK4mw5L2E5jD9QWgP8A+Q2s/wDkFucneXZx7X3Xz/ZQ96TFiwNzr51zUtjsf4X118ruB6vzeoNXFkNDCern26++w6wlle7ZqYnY1LGMYP8A8lozH9Q+f6gTIXwyeByo1IXFbKnkTBDbb4qwIJOG85XfFGwk4Yr6eo57u2YXEIdyPeN7BQwc1Uyl35tgo30rRGiSlZm5cdNciRYWg24IwA7miuAiecjCmc54W0Jxa+p+b+r1qUfGKOWLqAA7aPzbE2BSN8BSSsPG8MkLqqg7Ma0YAgiuyt7KzVqmbDGiOMj32X/O9I/834ttA2a8+n7HLtC5SNRY4tCXP02NM0WrWzdZDyHZ5DpKHO5VXtNUfR0VAldbCATjaVPKrUrLBNbZq3dX9jvzWFA9QSaDsXOqoHEfSYOceJQMQE56eHo1fzCKBi56gBbalhdpGypjdr9lgMP+FLhr/FWa2wVHNhsfNQriIAgwpEo0d2SnJzcnLNnAzOErm6uZEVB04/hF789qnXtZ/wDHqHLvTgxjFtRYWwSyPfEPZUvsCvLIX1YamyA8dc/e+kvq2WTmw09mG0lnGycAMihZI5/LcLoqs6YrJKRVZc0kUGdpzbIABcuIBZETPJUq/YrkP28kuwU91vpNc+T8chgo9QaqKmDuLAizaWGRL2TESOSURionDzWI8ajIDJfo3/Rj2+bOujrvfn3NeUbCuOe0R3M/uyQx0EttRXYrfL2OzRRFwOu0LPLk1bz6M6zbqtztBNO8se79WEzsf4z1A6JlUe6wjIHOOJ5JZUrAWq04z91zT5jbK6ZbciuceTcK5r4SyntCB3wb2mBpWqVmjkXbAzcObTRlwZLjxtsTTrQ5mnWfKdRVZOw+u2qH3bjplKGd23+Xdl06uxHCh9otzAxU56bRz26QdVkUh0AIxPtkiObRRSpmvqPXUqJqL+QcRI2JWT/oMYIj9JjnNBY7+t/TtKLWtXQtzlVAVk/n9QgudeuY7cFkZ9ue040J4qvGzX+Vv22E0DjrzW7GxTSpFq+5yyAw6xl1vzF3v50X3O6vsY2bLhHIgZwBjOJw4zRv8e2yeFdUkDPsARhiNtUp1KtVkSq0HfrtQra0NPbMS+D6naQ0VzxMBnRzHEcAiDnpgY1bezs/0XXwhPUXiUFF5P5blcbVa5qbyBhs9VmerERArsHyWq/tAvb2iYz2wxgo1B/s/J3FzwqU4P8AMRkR7Rg/yWem39u/8f1U0e1BSvI4yMj3wc/jPTzumfleotk5LQ+2UduHLqrW31JXAldcgbB8d1sg7eoTCqG7ZIUSCc5nBLI4wZnI6Jw8oWfLq+pKPYP03R79h9hVcAld7dbNPZNbY6u9YqWdouwQ0d0o0pep4/n3Vryr3bmYql3J9siPf7cKMsRPRVcNiv8AW1XXaSGpOMq1wrK/PZpotRY9NqmbVV9Wx2WmSv8ASksolfPORORk/wAQXYvfJ9UWu7eyffBnnIzj6Timyhqygx+NtHeTsZyuUDMcxOR/P+Ftmu8Z5j5O11wX02FSlke8Vtu+tTJctXXNym7PtZS6bNqcv1vKriJFGppjbu3Kx0rIYEmOKMJyeeNXa8S45QOVXSupXoLja27/APTBybpHNGf9PL0HXAqwTtqqQc3UcZqb5P8AzbSz4tFa+kSz3Ca7QcH8YM/aM4X86BsRHxjKAGTlx8e3TlNvYKI6c5yPeccuGL1z/IqfHsNFCSKWl/j+MnBmJyMj6Tnpt/d1vxdk/wAaiMSIz/MjE4B9cBOc++Tx06B/cp/JvC06llBqJUcoLjNf2eyhPd2FyFyekHjZwQzFpvZq7Aub/pdU9V+kq7XsKbSao+rOiSyPbJVLAom52dkcijWhf9MqnJ6VZYWimBr6m3XarT2FFW6DTo29yptf9Ps/y+oX923P3Zx7TGQfZYlwuBn2zBTMYLvFuR8bfN4p8cR0znRGM98ovIcHI4jOcn3yoXj2/j+qbHTU6cmc/wA8c4um460FnP0mM9N2O1svi+p2fZ/ExHOcYfPPUQlE5GTHGUHzVv8Ayr9JF1d7UMqN6c0+utQmySlqJZ2Dqa67Xzw7oHZm2FS1455qDZRq2N2kc2fnWo6VlgwxWA/me7lCf9YPtnOI/wCVzM5BBnI8IM/JQEts+nn8O24d/Y1ndz8l22qoBdTWmqen+zOec1FXzbe0p+HaS7IgZiIKJlcSGmfLK3xDKAG7Y86zH2xxhBOCEtaVFM0kk1bY++IKMH+bCe6um7v1/i3LK6iNldK/bkC49h+lSsduzXrrr19zQ8G1E8YPExGfcGUnxZq/DtPCui7Zm5aniY44yc9P1O9Y31GJHj2H2wecMBIdO8n0vkbDYBTyvZvMg9iiCrJ1KHbbYi43DKV9uFpX/vNspRIWElhQLBmlX5RQ8XJbbGNrXjyxKeInqFk9L0Fxfk8Xxlf/AJaxZEcHhpkoSshsqbIwhcqTqp8y/sBNeIYLlfhKYgdrZC3Y6+mOJnCjBAjdr6i6da5XC1X6ChvBBMdyMEs1Z9G1+JuLMEECMTxE5746OhenqSoM2dTyAQzvRH93sOGXA6if2vi+oNoqyAz0R7nOT9uaHX+JXzbVhs0FzEjI+8dWSXt6Xb1a74fqC/BQuQnPaZkZxSje+skK6JjnLteKWwE4I/bnn29Pn+78iiMW9tltjLFnYrJE1tOoYcAQ7/7hX8b397Zjr29IeQrF7G+GBu2DidtUZi2iyN3XUIB92T92EUgycX/dV/5i7CQHykZ5CZyDA7MD3ZB/Om9PmUoL3ihasVT1d2LqPwbi4VkukMDgsZ04ccx6ep9AfTfD07JTikYjkTPK59Oy+HsrnjLWo5gR6cj2gZyqnyrv14OswYJahHGfc7WzA2/ib7aynO2PH7cZ75/Oen6PkXPrv9WNMgOc/uiZ4n0mU+R8LbX4pq+ycglZ1RMR/Hp2v9v09QUmGSI6RH3FvOaOf/K/I0gQvY5Rb+1RiXWWOmIVydlXuxP+3JeRdGeVW4ju1z7bDqV7CLNeIn04PL/UJ/cv2yYyYiRpF11wyp/zKvuroGc7Y5EQN3WB1loh7ljWfZuTjqCeqrOgWwb/AOvc3JCFAMD/AJKI4ZPGa6iV6RjiPptUA6nWZ1qGfuKOrGyQpScNX8G04a6F9TWH/aMcYX24lbrR1a4V1fXeyQIVM8h7CrmcD7Nj8PebHwkDBFJBGRxGTmsoNvMrICsn6+o6vkUBmJziMmec1r5p3Pg2HAhLGHasFERA84RRGa3XHekRgR+l5RPpjMzg/QD7FmPkVf29/cZ2aaBY9C4gAZ7TSL9tX+zZPsVa0cC22RZP0XY6Vn9w+nA/b3hdWy/xBe7Zjt0Z4ar+Kf8AykTX7fNTGzX6USuX6z9o6cMpzqih22y3RW3EUoif1WXDXQMm1nPEdMjDT+6hUK5biOI+s4avGfx9v+GZoj/0nwdo3vW1Dnty1vOdBSVOv4yP0WVQ9FQpIOZ6hjiHr64pO79b4LThYXLBXLfV0DHOSUZXrHZsUaw1Kv6Djqh6fHsxnGcZpbXlUPgeorHUxUZzjDksrVSsWEKFKfrObNXa2Y8fQRzTNllL4044hT6h3PW2gcQtf+InpHjt0wj7t+zp1sFPETnV7dWDM89XC9EHTQ2S5l4lzg4yP2oLttCcp/8AJc9oXHWGLaNqZStxMqQfjHTEaua6y+jimA1f4N27v2Q5GImMMuqek5ZRqhUr/p3iui2uetYTn+Na3s7H4F2xFWsmJ46+IKZmCgYHT1+B/U9fYviXIRPOHGa1vRY+D6pt8AOdWTPM/wAR6e1/io/V6or9u9GD7xOembEKt/ncwVL7hPbBexe+FwAaSpKK36fUifdeDPMc5qX9nY/Gs2wSVoCncb5n7phwUzzDfuS37jRH3+pD5ZGdX05znD5lVbpRTbUlvp6CjImeTn2gYZXrthiqPPk84SVnILEMsf8AHo8MveouoLCqwDTrlOr2H69haipWrRMRJSU8dclwEaOpxH6twiX0UHyIFyeM6u3TsDarfn2TPItzMAEfx0xiEzdtx+vcqmUpL2CYw/44LtIYLVfne0Upe0rNgvtjOnNBQ8q1+veVPLoDODOc8Z1EB6+zFur+b1HY4THtAf2iGaqt5l39V2vFqtwQEE5zhx92vs+VU+Jdf49fTo5DZ/8At3mP9TiAbjFFwXHkf3WEZuW9W1+nOc5/mqPcubKOKMRxmwR4uwEuIn3FI/bV+2xQL/UfSctz/plT2D2Km2Iqs7tb1GvqrVGd2t+q/Zi3cZgqmI5iBpVvNtx+C/X8W8Je3+AmOrRt7LvzbGxNeqoJ6IVyf2jlgjEaVeK1f9c41XiWgKPoj+/Wz0M/P6mudZ/4Eec46cSo3up1wq1/wb6p4l4ZwffD/n0/b7Fn8plAi5027ED1kIxGN6+NfWGpV/X6hrdBjPGLITEwzUO7V74nqOSitV48XZoa3YioYTtNeus2HWUzUPvuT/dVj9i7qbBWGU7asn2n3+kzmgV12WR3djnqWvymP9yJ/bM+ha3fva+f3/8ALRkySXQu6wT17Ud0qEzsUen2yzX+o2yeIX2lfp31qVIUv7VR7ljy6F62rFSt+DeVu/UhkFi54yeClivt1tnyqv5Jywybzh55mQAYarnVh37P4dnW76QOCEHkOLnrxp9LKbpfV/LsbQ06kkRnxzP8Z/j01T6E/h3tLzKPOBP3F7zP8ae55lT8nqG10pGI6VjxnvmkT3rP4LCgelqjrOCeJWyYlje2esueYj4ezr+TT1t+I1wczdzeP6Nj5y5wLAqYi6oq6/uUoWRH8Y3omC11FuHpK2Hos1tTxE679yzllQvR0kBQPJv+8ukZXozk2KQ4dgYzMkBEqwBL11C0urS1ta9XqKsW6lnXa6Un+rYLYvYc8zJlGNezNPRabPwzltHiXV/bg++WiIj1Nmarvybi8mrWrXhWcQJQxPViEjYvrAVh+K8jsW5xx+OhCo6de/stXak3fR+zpoKtZTZD8Hqwz72R7R1Tmp1zNgwRgR/Fv6fi34yPeGzOaq5NG0M8x+PaKcrYR7yUsymjyblWuusn8PqCp1rjjlH8h1MPXW/CdzHCmg0cs2VVgm63pq2V2lfls2AQLiKnsNdBGdhwITtNk68absgC1VpwKlUs8ZtWV2rQwGwtRg7IcDYUuqGiyY7wpNvbr6xUpoZObWsde+HMkPHNmypZVwtKlVjZNaVfbBjlXkIQ5DlgqbcsMa6W0Zv1tJdl4/p2NsadW45tttXYEvF2FMwwJxrHoH8W+rS2sBDykvtWv77z1gunvKkJ/qlHL3qBCwt2Wuz0qLuv9VuwFZBOKy9oSLFPYiaewa0tVWlS/wAe3AjppIWs9mzbeFZQ2ntZVv2FYW6s9FjY2r2Vld3NatYX/wBeytxTqvg7RRJBIuDCKM0FXx6H497T8yhzi5+6Pcj4iPT10IqRMFGXd0pWWthsEZqrs3qn6dha7AullopoWVLJvbn0/W5P8U5sUeJcCeB6oABS60y2lqQrPtKzyr7Iq1RUVuwAr0sNaf5LDYQmmmWn6kZHarh2keqrUSVLXJsa0sqJsPNEE94adQ1zpWcbWZjFhGApMNUjXuZOjVitT9v19SBJa2GQuGXJPEVgZYZrWg2G39dhby+edaxZ47LL6wdmvYLzthjZ8f1D+n1Pf8iyho+P0ROeOHjekxWxP45y9W8a8BcZcvDXCisLGeJXzx4JzChR6yi242pXXVR+q2XG12epJOM6WNkCXIFmsYRR+TbL6LrLEJyFQKlMlQw1mf4qVGWnQEBFSuFZP6/UV3yLdZoCBrE5XTAiqQpV/wDL6hqeLdjJbAxUArLm0z56DVh95890aua+o3YWUrFS/wBBTAxSjzG2a7a7itNkai1KVq7IDH497V8mjDYGKSJe+7+1ilSYjVDhiYEXNGVqWza2QGBH8nqBhCoBEAqT5u4y7Wai1Bkhhs5ZWs9h9shmxo9gNuv9TATgKldbP0uWLlbqkFW1Gvf2Uh3C70wQW/ve1ltmupteWuorphsbQ1UaarNeuRQMUv8AyG6/TttJ1G8PcS6crMzRv8LaR+Td1CsV9iyxWYtRFH8Z3feTNmarTvuTVrrrJ/W9IPX1P1+bLWqvDxIkEwJaO5C5/JbrhZQ8OxfsMstgZgcWL7Rp0vSK1G9Nauusr8Gz0pAwo+4WzyMzzcETHQXPKofk3VObtK0l1dwJ5wRgIFkxneXli0RRq9Y28VZC6yf07o+lSVQMLZEtjpjLSYbDAah9dwPV+OzRqUU15YiK1dtp7PtDuiBuOFrFD9q1YCsPy7uqVmnuLJq1fYnVNS5bhYAMC/opnJ9O2oqyMgVPW+Qnr7L6Ww2ZZR2kstfqvbYK7p21pcP349nbA8io7aUIvN7jaGvfexmlKvNSprhkH1+3c3Ey+hWYw42NlLf9Xt4qVl1U/qu62rdndaMJUs+0T5Bs0dlsEArd9Bfj9YV57oOMImCmNHqE30I01JM/jdrx6rVT+ow9ZoJQDir9qoOtuReq/inPUSJRsqdexYlenrrxZWLWV9clZ/jv66vdh/p+v4vSxDZ6GrrMsVrCd2+MpX0XPyepUyGyQ7ti1uVk2beBo755Q0ClZEcR+qYgoLXmgpuDnHOJYsptLGSTQsIPyLacUwWr/DdV36us7ba5shMH3GxFiSlGt/c/NPOS2xztkNuIG1tYW6remUv3EA0Nq2RjYqy0i7aGNZYydPaz+k2+a2stLdNy1wNu3nmWOfMdnmWM8t/Fuo5lmadxuClKk7GgBrVUsDg1GuyKdfpW7aKzi+2V6pXM69lUgtbccYe1sjr1HUrwZ5yWTM51FnWzJa7JdYybNnPLt83tW2wyNHbz+i3M/o1ucrMtKR37GeQ/Ie7O+zO+zO83O8zJsMzy25Nx2X2nZqBrbnVUodOLtysPMdkW2TkPbOQ1mdZ51HkTOczkkedbcJrozybOHauZaK1YgGbCQmuBYVbjNd5FYIe+chzs7rc7zM755DznO8eeQWTZZnlnxN1kZfaT5m88YgyIw2BTkXSnItHOd88hpZ1lnXOcznOded3O/k2uMm9OefObXou54lrOxbHAjYDmsC0vY+ZHHl55Y55I55A55I55I55QZNtcZ56c/qCc3L69qkEiUqRLJ1EU9cvz0ZFtU5FpWd8Mhg53BzvBneDJsqjPNTk7BGTsq0Y9tLqHZhOBcpc/1KvGM2iONPZUqrF1E55ac8tOeSqc8lWeQrPIVnkqybScm6jBYuL536lbP+YSn1lh5Ks8lOd5ed1edY51jnUOdUf/AJjxGdMZ0DnQOdI50xnTGdMZ0xnTGcRnEZ0xnTGdMZ0xnQOSsJyVhOdheRTrxnjJzx052FZCgjOmM4/RxnEZ0DnbHJSE52F52QjOyuc8dWdhedoM7QZ2xzoHO2E50RnbHOwvPHVk1UznhV8PWVTwdVTHP6bWyKNeM8VOdhedoM6YzoHOI/8A66f/xAAyEQABBAAFAwQBAgYCAwAAAAABAAIDERASITAxBCBBEyIyQFEUYQUjQlBScTNgYnKA/9oACAEDAQE/Af8AuZNK/wDqxcAhzeHH9vr+zA6rMsyzBN3KQYSiK36CII8btWhF+VTWBOIrsBB4w6d7GE5wjzp98sBRiCEAWQDcAXhZPyn878fyTr4R3AzRCuCga4Uw84nVdNAYs1lOe1vyKE8ZNB2DWFwJHj71WgxtaoM/xT9y6CzFZbCfG47zavVekGusI5VPzuA6L0nZcya0Eap7GAf6wjiMgJHjGSOCQ24JnTQctCquEyZzAQDz95o0Vo2Wp7C4XusfnbSzUpPid9rcuic8NNFSODjpuwEnTwiKTi3KcASMOrkeKYxCX+XnpQzSZ6cmNBJLuBqo52T+5gpWLr7oKYGOb+6HtTnGtxzg0WumkDmKZ1BF7jpul4CfLaimNWpSSbO6TSikyJ0lsNYxsa4EkpwsUFIzN7gskt86JkV6nhN6xkchY4Xm0KiibEMrU3p3CYyX9DISgxEVuQPA5Ursotes7bMxPCKhdRpSOzNtMlzaHclcRoF/vCJ1GlJc/Tf+qjfeh23OrBrsqZLQIWfEvpwC15CdM5upUksjuNF03pNOhsqJme93KsqyoBByy4EEc7gm9Q5fxtzO0rEGjeHxfuSGyjh+6/hrs7HNKLcklbR07m8Yk0poBNVnhS+mNLzldF0ZaczuU57Y25G87YbaA7ZIspAaj7Bqnu01Tje5C/M9w25H5jg2O0YkzjVSj3IajAlDvkdlGAFpyC/hJqQtXXtyznakPczhG1qiMwoo9K13JUcbGfFXttbeB7IuUDqnBruVOCDu9Gbc47UrqagE0eU0UMApuVEbav2TYQ3YlNlUqoLKvSK6WQwPzrq5vWfnqlGdNl2p7oz4XUuLQyl0jbBccDqmRtZxtgX3HVNfRWfKdU54aLB3X/E0ukZlvamPuVprtdVHGXFOi0puifGGBSrOVCIgz3qSWxTdjhA6pqkeI25nKfqPSAoXahMcpDCfcU9A1sO4wbynDXELpoQ4ZiuojaAKQNabzDh4xrBg9xKk2Sgj2M1JO05gdynQfhRinapvVx8J/WMaOF6hf7ipBZQhcmNI52ZW+cOihbL8vwuoOkn+wuojjeG5zSZ1UENDz+U7BjvGwRSZ0tc8p/OIUUj4xQRJOp324AYNTn+FflRJ/GyUEcXGhaiBDddsmlM303ZV0wb8npzszrQ0FI/IbZFohRPc0+1ZQeQpnOY+w29E9kl1X4Tk9vlAKiOdj9T7fdynB0tvAWcXlWqbz9FvCOLh+MCovKO0F+nPlOaWmu2iddiNgcCSv00jdQLQ6R8/8ylPcfsULM7wsoTv+TcLSV08TcuZObpwnEA6FXiwAOtEB4RFGu8qHqWekf8AxReXuLio+qe3Q6qCXOSPoZkxybq4KQitUMHCkf2UZA4QYXcKQZXVtfqGnlPd47YyC2k9uU13lCZ4FAqHq3xNyhekJdXKOER8I/lBnuzbuYs+KdI53J7mPaG6lOOY3sdS3KdPOFrpKIO+baaRamaKMe5THWkMCLTkFBLlNHhdQzz9CN7W8p7sxvYpUUzisXCjulHFh03J32+k9uXDp35H79Xoq1ooqA+21Ir1Qwc1FpRaUJuBSko6j7NYA3hINN8jBh123uyi1d6lDX2ogjQ4QSZ2Xv8ACDbQcW8FOtxsotKbpgex32GN84ONJrqxO244NFpwvEbXVSf0DDpYv6yuri/rGHSP92XdKCaPOEnCOia4pr7Q7XoI/Va28LTjeDDYweNdpzqxArB4rBnGzPL6bf3V3yo43SGgmtyigntDhRRu9VAcrwd0oC8ZOcWcodr/AK7RQwe68YzrhINNk6YtFYvGmDDrszyZ5LXKgj9Nv749S3LJhC/Oy91oxedcY+LTe2RD6rBeD3Vp2g2MCK2HnxgwX2kVg02O/qJMjMOlis5j2dVFnbYw6N9Oy7Z7TGCvSXplVQ7n/Wb+ETSJvtjPjCQeU5hZz3E1gBaArtePODXUe/qnkvopgLzSjZkbXb1Efpu/ZNJChk9Rt7ub8rRWrWZE3g0ov/C1wIwH0yHD3J/scQEWey772usJ7spFp87Ha0mMLzqnVenZEwEap3SnwvTyHvIpMZmNL0T4Qg/yUleOx/SRyt+NhDpmRvtvdNH6jV0/TPnNBO6YRN9vCpRMHzfwnGzewNi1eNq7+qHUnsB1ahJlGVB192bKiM+oXpgcom+1slcqOS+VJHaLSOe4MDjqmtbGvWany3x2NynlFpCI74JGx8hTTGWgBoqDfknPLtmlXfWNKlX172Mx2fUcjIT3+oe8EjhZgeQrb+O/1K+On/wj/8QALxEAAQQABQIGAgIBBQAAAAAAAQACAxEQEiEwMSBBBBMiMkBRFGFgcQUzQlJygP/aAAgBAgEBPwH+ZgWsv8WDSUeKGGh/irhosqpZSnblovpA38AOB77xlVueU0G+rxDHuAyFDjX54eQhIUZis5O73Wf6TeN+X2pv3ul2qN8o66FQnt0PdmQBPCyOwc8NIB7/ADrReb0Rf/yTNyrWUIOopkgGm868uiMpc2ihah43CF5jc2VF1HRMe7NphJMIyAe+IEoTnyN9yu+U+FryC4cfOcdVSFByY8NNHdkbkNqlH7t4JzsxtCMuFhRtLRruzADVDVMa7MMCAUTQUDQbcVWqc0UpHlrabysjmaPN/OITy4OR1TQL3GtzLxLCHKFtoMaNRutYXJkWVTQi6KiAqhuhpPClZm0TGU8XjJI5pAAQ/ajdXpKsJ8laDlP8MZGgjsnOLtSi/wBNfALwFnQN7dKdhPCjZmNLyW7YiA5wlbYtRtyupPjrUbkTQdTjK2xaiyweI/7KVlajbjjvUoaJ8edPgNhGIEdH9oRg6IRhqfmKlflrdzhZ1nCJRas2AIO55WQX97cQ1vGrFLhct3IxlCGH6X+RHlvBCDs8QO00WUOmT3dDX5U2/wClNMKTWOkdndtl1IuvoBTJLFlC3nRMbqmitx4poR2mNyjBz6QkTudFH7UecAE7rjZmOBNJqK/yzbjDl4B1wBEVswjvgT26JeUK7r04eYQi4nlUNt7qwHQ/QIppcOFCbG7NwNqIWcCjrgVEdFIKKH2nSl2xE3K3C7KzLzQvFME7MnC8JF5LMl2pRRvZYKCKGJ4Uo7qIWXWvEOo5RiXXtuNBc4dsQjHpayZgmsLjRG63lTG62ohpgQpJQ0aJsutu1TZC9R8LKpDKXehMjrU9YXKcNE5cprcylc+P1AaKNObmFIiutgso6qTQJhsYu4XiZ3NOVqgeXXaLRzvPCoKtcSbwkNNAUWyEUOh2graa4t4Ql+0/UaJ3hX8pnhHE8osDNAozQXmhOcDxswuvTB2jiE/2MUebsneGkk/pMQUrO42GuBUnjLNDhR8YnhStZIbIQFcb7zrg44O0TYxysvZTdlHzshFDECzSkNnaCAsqJ3mNzKcu4YgKCOptD2nbBopptStBGqKY0PbV1qmlnNpqjf2KJoIlpPp2Px/V6eExzYqYStOVY+080Pgu5QwH2mn7wCn7IbRX5A7Jjw8XicLHGxI8tIpfkRnQ6L8lkFRqKn+tTPyMJQe4Jv8Ap7geAvEyOzZUx2vKa0kahZcXuLm0hbCgbF9YNKeB3mD9oNyignRNKkblHwMqe37R0CZdo4NNptd1KCQrrlR+pu1+O4cJje/TIDmTDYvrCMLCbpS+EZK7MUZjEcrVJMZOUPpZ/TW7lEnuTY2t4GFI4vaSU0UK2IjmGM28FyEH60niwnn0qIaWjg00mlOU0eYacrw7uyI276HtLuE1uUV1grMswUmpvFhsbrRom4yijuRtpqBvCQWN+61RPcYTinUo1WiODXIPCDwnRDm1HpoV+vkE4EVhEaNbgF4tN4SixttFmsP3jI3Kd/lOdl4Ro9k0hopB4TtdcB0Rr9/Hkd2wYLKe3MMRtxs7nB5pMdlKvAijtQt74TP7KF/+3CYaXuhE0nOPGEY1XKLWp0daoq+iJFNR+I52VWgL4TRQwkFHBhsbUbL1OBNJxs4RmxhKPVsxszHBzg0ImzaaaN4PFjdCJrGIaXjJwiOilH3+O42cGNrGUaYRHWtkCzSGmEjrxiOuEosXssblbWEj8xxjNtwe2juvNYsHpxl5pPGAxiRR+JI6hhG29ejlOFGsAbF7ETe+Erq06Bommxg9uU9cTcxwlfQrohfRrCYWL2xyuMShKQvOXmNV5nXgUMY/jPvkpos0gKFdMje+ETuya4O46mizgXUibN9MTu2EjbHXEKajpqnHMb6Y3ZgiE9uU7pb9KispWVZE0Vg4IM+1otED9LhHEfAaWn0lN9bQSg4Z6rrc2iomW00mQObpae8MGnKF9+iRxHCb4od06XOOoaJpvVSSBgteaCjL9Jt9+geJfGdTqvMc5uvVG7KVNK2IWUyfzDryrUjz7W8oChWwdilWNKqVI43t30ltpjy3RydFmOZOaR1BuZZvL0PCMhPCA6Sy09lJj6QIPV5haNE5znryimsroObsg4FA9czHP4Kii8vUqyfamtDdm1avqtXhatWr6r672f62KGzkCDQOvIOsgHlZa4Kp3315Afd/4R//xABNEAABAwEDCAYHBQUIAQIHAQABAAIDERIhMQQTIjJBUWFxEEBCUoGRICMwM6GxwRRictHhBUOCkvAkNFBTY3Oi8bIVYDVwg5CTo8JE/9oACAEBAAY/Av8A7ImbbakkHZjFaK7JqD70l6DZmOiccK4Hx/8AlZHDC6zJJ2u63aVZjbRvz6C1wq04hOicyV5YaVA2bEbOIxBFCP8A5UEuIAG0oDJQ51o0zlg2RxWcMpkNmzePRzzI7bbFk0N+KtM5Guz/ABypuCGTmUZw4cfHrxhkicw7CSPjROtNsSs1h9U9rHaTDRw3e0A2n/HjE6+GGlW99yp0cfRIH7yOp5g9brI5rRvJT8y+1YND10vkIa1t5JRsxTFowdTFAQ5No7bbkH5YQK6kQwWjsNxCfaZYkY6y4V60HFpeSaBoRhyd/rtrh2P1VjJA7DSlcPkFpmja6x2lTGJlRRrATwUk8jxezSOzEAezJoTyTX2aWOyVWy5vP/HcoYcXUlbypRc1diPQxRc5wDRiSn5TICLYssBxs9YdK6+mA3ncn/aQwspdmgbkHZq3IDoNLtBn5o55+em37G8lLPOQwGOlAMb04wPtWTQ8Otull1R8Vp3R7Ixh471QK2mvo0Cl1XYKOKV0Yt9r6c1m499STtPWHSSGjGipKY+wc5IKtY7YN5TXTyXbGi4IND6DcqNF28p2bY9zRc0BEEkbKJlshuTVtEbXenm+1ZtejHJTDH/HgCS1wva9uLSv3MvHVRtyMhOyxf8AFXQxv+8Ci+zIHHeQAgJZo2A42Reg2OWZlO69B7rcrhgZHWqdXtuBc4my1o7RQiZZztNI4hqrlcz3NGxUiTyy59LjxRdmnuDtytZh80Ueu0XJkuTMa1r2jAU607M2c5TRtYIwOyj7QGuJtcdqJOxaJ53pznxjONdir8EMmZLWR2qWjA707/MjNl/PrEjDIxhdhaNKoF1xshqJNqo3IPbZc086oFwzjTeA0gNPigzbiaIZXm43mPWB2j80+XJj6uajqDD0vVhpdxVaevwpsQzlm1w/9j2pnhjeKdHEXVAreKVVReOrtdGJKwvtCSzop0slxcdiBey20GhCvc5sJ3dlHNirzdbdfQcFaeWsbxQyuM1yaV1l4A7XeTWwgCPZTrQZFW3LUVGwbVTesVfpJ0uDGiygyR1IcXjejDHAIqRh4NMQsoje2zK19/G7Hq7nnBoqmy5SSZpRbLe63YE2SWhPdCGbuxeeCzkuqLgFSlzXED5p4dIYMlZddi/9FIIdKF15vrVOEBJZnXenndtmz0F8rwxo2leojmm/C2g+KvySQfxBetbLFxc274K3E9r27x0yMqLsP8cL3XnBrd6LpGGQ7qWQ1WKMiYd2JQzjzLNtc6+itslvG9qdDO0iRun4Ov6uwOcbHZZspvPzVmIdqtShZ0eSNq8UooXSHSpjvCM2VgyX2Yoh/WKMmTRCx3B8VEW6paKdakjoLRaQ07kbVxCILrLGipoKlPdA4usCpa4UcpW911egPI06UrwTS91h41Xg0cFaebQtENfSlob+rEG8FRnsuaPCi9YTQbAjQFy5YBRWdotX8U0SXsBqW706K1bZaNK7inZhudhJtFldIcimSM1XCo9Mw5IAXjWedVn5ngjn3OkkP7x2zluVY8pZ5Kr8oB/hXrHyP8aK3kjn5PL3gag8wjDlDQzKG7Bg4bwqOFQn2hVo1a/40ScAmS6OdnqWN7oVqQukfxQbdyWgDfdaTHyW864VJBVnKHvtn3T9lfzXHaerSHJRWT404LNSOq8AV4K/Yg8GNrThafS0rMoLSLqJljUpcg6l4VmIUbUmifJFMYXY2W3gn8KYZBZeQKjcetOyuAaBvkbu4r1vu33Hgs6yjmu212KjGtaOHQc41zdxpVWmx2nBzTq434dXcx2DhRZ6bKc5V1kVF6CDmOc3Eus4kovja1s7XX/eTI5DVw+CqbguaijdMRFI6w4tGCaxgo1ooB0YVTvVuvus7elsEJpI++13G719m/Z7LRF1eKplEj67qrXd5quTve8DZis1KLE3z6NDRlbpMduKZJShOsNx2j/G6tMTI+0+S/wotuabqrTGyvgm0+CEtxcbijk+TPzTGiskv0CeM86ZrKkPJ2prm3tIqOr5TlDGkiyHCnxHQLNC9rbBBFaJjMoDrcfa3psbNVooEXULqbAtdvIlRZtrXaLvA7+uCWAUhfdTcVpF7Wk4AkVCze7Dl0zXnVVRh1cNrRzXB7TxCc/JxnIsaDFv5o2KPjdi0oSZNkptOuJJuVQiHCoOxaDpGjcHLJ3aRdnmCrnV9Av2kU6LZFTg1u8rOOpn8q3bGDBOfDHV3e3LS6M61rrCzzdF9aqKXvBOigaCWi09xwanxS09abTSN9L/APGwwOq911O6P1UgsilFjs6Ae+S5BrhoF2nxCygF+cjldapTDgrGTTAsGDJRWninFzbLmuLDQ1HV4/s49bLrMAxVYHOY7BB8stWN2BtK9N6yQk3VcPGz1x+TytzkjmkhtK04lNaNy4pxZI6zxTXFmTgEV0ia/BWcpljbEdZsQvdwqesn7O8Mk2EioVt3rXPJcbAuCZvdpLQFW7l60OYrpwmR5Mx5AeHGQtoBQ19Kndhc4czco4tkcbWhNjgdoNGzarTNoQMh0RehaOgTgnhuFVFXj81JID6yVxcfosnIxzjT8ehzzgP8ZynKHG058wLTubuV29OLxaoaBtaKR2SVzrDfFWvkU1k7bJGHSHGdzY7YDqDAHamxxjRHV6vpdtOxR/YWuIbe6tbPBUVqJxCEUcLZn43XL+5Ac5QmTZWWDN3tjZffvJ627OOBkpdHtK+1P03nWG8bk2bIHgMcK2Dqn8kGSNMcndO3lvUEcxstkfpH7vXJXZHJSO9rWd7jVBrOzcQcQr1DDskdfyF5VwA9Fzdo6GzDCyWH6KGcassYPQySGr+8NxVuTRcdVu/oaxoq4mgUcXcbRGMYs0fJRC+zGbbvp0UeAIa9lNzgFjYdv+MSQvuDhjuQkivhIoTuKNq+N2tw4oyMn/h2nwQdv6HObLILRrvUznOe8tbavO1Dq1uZ7WN3krM5MXZmmkaUtfonRtoJNdldu9qNxa4XOacQr1lT2n1lqlD3NnW6SPq/uNvKpB6iPhrIl1anEno+zSHQkOjwd+qsyNDm7itPOTxRto7eOHHFfYp30czRjecHjZ1kvlcGsG0p0WRDRIpnD9EGs0JGChj3K1e2QYPbiqZSNHZK3Dx3IgFzCxoskYhSRS2c9HjZwPH0LjTin6Zu27+gse0OacQU/IX6LotKF33f6uVmeMt47CtFxHJVca81Zhjc88FnsooZtg7qo3XOH5oMitZ19wptQYzHtO7x6HM3qn+A5hwo5zbTeKbbNLTrI59X9eSLO21Sis5LIZIq0tltAowdgRoLTNy0rbebVfM2qdFkTHTPcKVpojmVFHWthobXqnrpAD3dp8FTJY803vvvPkrcrnSO3uTNtahNdH7xhq1R5RCbDyLnfQqWAtzeUU+G8LJ8tgukiObcDtC0NGQYxnHrLoMkkLI2XOe3FxVLV53rSud0YVCqKq08VnGj+JydHPiTW1vVrGI1aCE1s1ZYf+QTZIzVjhUHqtSaAIsyJudd3zq/qrWUSOkPwCvTZInFr24FX6MzdZv1RlBrk40GkX81G4Cs0YeCOIH/AEoZ8ndR4qyRp27fzQbqTdw/T0wWmzI3VcrEraO7pv8AJaeTRE8lo5NEDyVGgAcFSK870bPrZDidg5onWldrO/Losnr7hG4NfS4nYjm/2m+R+6xd8E2SVhrtuRsEMG4AFHKXOZbpRpca0TJcokkme29sYH9Babg3mVouBpuPU6zyMYPvFf2aGSTidFqazKHNzZOoz6prJACyX1bh8k1kptRnUk+hV6dLK0OgjNG/fP5LQjY3k3qpeL5HaLBxRfIS+Q4uO1Wmi1QVWxAto4tKpZIfxU0chu94wb+HmnSSe8rbcPy8FbtWm0fVo54/LyQcwua4X2hsRgn960VDu91eWRuvqt5nprtb0DdtXBBr/dy6J57Cg6ze1wUuTHFwtM/EP0VoKSA/unVHI9V+xRuo3GU/RYId3BbOirCQcLkHQOs/I806VsZZM6Msxurv6AWkhwwIUUp1sHc/QNggO2EqQvdo2jdx6KOFQvVvp+IVVX5l53NJqqNschUrOftDRgpdGbqqxG1oA2BDoNNl3WtJ7RzK97H/ADBXEHpzYNiLD/cP5IA3q1FRoGKNxqENo80AHWH8grGUuoMKxsqVayTVdia49RdJI4NY0VJKrEcxDsHaI+iq9ptntuNqqvTaN7QRAuds5pjnAFsjb2/NDJ2GudNmOQnDn+anyBxvgcbHFvVnAHQh0Bz2q+5C+4pw3FO3ppHjzUMrr2tdpclvT4xe0VbejG7FhLfJZK/71D43dXyeIHF1ohcekdFk4bOgyduzpcwhIzWbpBShvu3+sbyKLO/GR5dUkmdgwVTnvvkeanmij7DKYtzg7+vLpB2bfSc4x5wEr1eTtj40VrKZFZjCBK+9sVt3V7FoyS/5cekUaWMlZx0n/kvXy5RMfvyfQK7JYfFtV/dof5AroGtO9miiYsuyiKzscbY+KjNC18RrnY6geIQflEpecFVtwWNyoGVkJ/oBRvYbJwcBhVNEg53YjeiNPfcrM1PxMHzCD2EOacCOoZge6hNXcXforgrElTwV9OSoALQvRBZZf5hZRHJhG60ONb1O7KLni4N3DcmzWy2YOFDtwCIIszM12/UdUzslTsAG0p73XuJJW7o8EON64O+aI2OUEhxLb+ac0byph3qPCu2VKDhgRXq07nOrV5v6MD6WU5K7B7bQ+qYeCySXa0uhP0WTkmgtU8x1QZK11ZSQ4jcFx6Airum/oPJTbs19ekrgB6N6u0isDRVdirsVbkqqDqodM6lbgBeXcgvWk5LB/ltOm7mdiswsDBwWh5qmJ9BttoO5ZvOOjbE205w4p4iJe2tx3q+VomN4jpjwrvVSs5Z0Q248U0Od6oXloGKjoC2gOlZu4KMsFm22tBsUbZWMkZJdpN27FYjubUmnt22Gh0jzRtcFaeS9xJJK0RRA1TxvKeWaybYwN6eHitWB45g/qpc3dcLXNSZu4aLm/wAoTfvxHqkOTDXBzh4KtPNYrihyWsNyPwVTjgVNF3H18CioH7HNLVTn8lA5l7bA9DQIErsD3RvRLJJR/wDUKunkHkfooX5QKSltSPbZuM+tmuHAbT6FSh012KCXY11/JEbnEfFZQ3uSMk+iruvTXtwcKjqeVOabWlT4dAVUVf6JULRhI0tPz6HykttAaIJ1isWN5RoWZa84lmcqzYqLjhf03OIWm4nxWletEdYMGSNEuUbe6zms7K7O5ScZD9Nw6C1uqMSqNNGjErQaT8FezyKu6CK3sNVJJ/nPNOQu+iFfdZ2nkomBwaAa4bk9j6mNhJNViBQYnBF8OURvZ/tGiblGVZQ0QMvss7XBSkWGzBrBfzNVC+EeqiAtl20gU9u+SR1ljRUlGaUEDsM7oWCuwV6dfS9ABPZ3DcofvNePqp3/AOofyQP+lH8lByP/AI9TfLJqMFU+aXWeano4I1RO04BCMBhjGxzKrSgpxjeWo2JZG12SMr8k9+hK1zaUY+/yKBktxf7jCFkz23i1jzCaN5+iDNsb3N+PS6SQ0a28pxdvw3cPD59GekHqYz/M721TgpJzq4MHBVKpgFd6VFU771O3vR/IocQmNOtF6s9Se9vvHaLOfS1AK/0ismf96yfG7obKXluaOG+pCuyhw8FflTz4KCMTPvJdWm6no0rf1g5NkZske8m7nAcUGRC74niqDxTnjs3N5qjjSgvKzkou7Ldyo1UQkHI8k61espdujUbP8tgarbiNMuPxWYkDHWG3yBXjFU81EwZxlg6T2GyCsmZFE1zTUNbWmlsoiWN9a4ab+91DMM9xCdL7zv0VFtqrsFRxDnbkB2G4negmOwD9FQO2Au/8Smnfeid0bfkozwdTyHU4skBx03/RXK4I1OCsDDaq7vR0XOpsA2rJ43XuZZ+aaNyymI/df9OnNxnQZ8Xb/BCWJlph3G9NglEsOU0pecSs0GtAhcY6jtcfbCBh057uTdvRvPRQelUKUbjVeBHwTOSfCcJRUcx1IQg6MI+J6Ch6HBDpK+Sa9pBBGIWVjKHHRY3Nf1zVKM8lcGV2XIPyjJMpkks6T3DDkobb7brAq7f03GiJc4kK7qxyTJXUk/eSD92PzQawUYFfiioG73hf6ERq7idgV2CqeZVoqXkiBi42VBk4/ePtO5D/AKR4qGp2KQDtMFK8FwCFo44AYlB8wzcXAWvNDKInNJiOdbxog4YG/wBvZjPrpdFnDigBgquNPBaAJ4ol58lak27FRXK7FpBQf/V4KAUzuNn4LInOwLneZHUqk0AU81bTXO0Sd2xa9TwVWOc08U7jgqn0C8NNgXF2zobIfdxEHx2J/MfNOohLLUMslriFUYFZphpK4VqOyExrWglxoG/Rf2Zz8ln/AMo4Hw/JObLHTKRcyz2uSayNoa0YAe2kcPdx6DVebliihc0Ebd6x+Cuzh/hXupzyarsmyk+C/uc3iV/cfN36rQySJn8SYcpjjo80uKoDgoJRdYeHISQvD2HaOoOlmNGNUspxkcXLSKuwQsXk4Do4+hToPNXYKeFzqPfpNbs/7TgR/wD5zTzTVCWytjN+kcFJIzK4ngDu/qo4m1oxoF/Wg2G/KJTZjH18EIWGu17ji4q12RcOjxTc3fJUWBxTYm49o7yrRQZvV6hYcXnOO5D+gjIcGqWeQ0DG0v2V/Sis562/cwWkYopBZaTXRwFVo2TIwB1Rcg5oo7tN3FWhHGXntPd8BRHPQi+4GM1FdgUYlaXPA09I0ceXty+VwawYkp+UHVOizg1abr9y2g8U6ooAq1bTYCVSaNza7Reh6weKoPgjRRg9+nQ1vflKglGDJGu+PUpG7ZCGK95a3gqZPGB94qjn2jwCfaa5z6iy7cNvSI4xpFZ7LZLdL6bFmoWiOH5qkbXP/CKqTJ3x2ZWuD3Gta1UngpC7Dcr9G7sjBBn2mWyNgoEJc44OfaN99w/VCxJXwRiy+8NFRLhT9U3KXe7aC2P733vbTyjWAu5qiq51yuJVowiVsYNa4HchayGFg5BaMQHktQeawb5rsK9zAtYeSOk0nbRZIK7SieJVXOAUsMr7LpHCxuPUGsLqPLwWjeqNuWk+9aD6oVZa0D/Cpoe467ls9A9PigNZxuATJM+WzNNdEXBBz5nykXX3Y4qElrToDYqNa0OqCNFRSfZWtzbzakpcadbkyhvuWssRu+ZC4uTRkxYN9RVetDZRwFkr1Zv3bQnTu93DoM4u2qpw6Hu3XBBhdQYuO5oTnNFLXwG5CJuqMVI83l7rgTdVOkhvGKfmqQxNOkaXnxRkN7nuu47EyfJhWVrnNLcM420firMtuN3ce0gp2USRFsYpmmuu/ip1CKEdt1o+CZyVmUXjAqkkTmjv1qmxG9zMfp0XGi0mMdzCua5h3scrIyqdhpfnGBwRdHNk8zWm2bLqHyTg4WS24hQDcCfint2OaoJO8wHqOTOA9WCa81er9quot53lCjLUjrhZ2osYBKRrWDqp0kzaSu2bgrwKcVabkjXv4MCJfmskiG/SP5IuNfWvzgreacU4ckSg0eaxWSSnVEdh3BDJ4TYbYt2nt2IPnJnf9/Ach7eWA9sXc0WvFHA0IW4rYQs3Uhkt3jsWu/yWJPPoaAAa701/3ap0jjesnZtemFpWSfxfRO/EryrjTcqu98y54+vt9PVsCyjfcq081WxcsqbYFm6/bVQzDGQWSOSFFxV6x9AF3ZaSOi0cBtVcnzkcXZDnDDkQv7Tltlu6MCvnRNij1W7+tGzWxaGcp3NqZZkZZbsadiDnTs8DVXOef4CrpG1QZHQyPNG/mmxM92y7n0Ocr8BtWcfdATotGLhsVaU4BFz8ShJJZ4VvpyTiDrNCEdmpde8nBclAW7r+depPA1YwGKM8OhzDeKbVKNlUOHRf0evY8u4FNFKMtWvAXoVxANSi44NCJiFGrKYSaAUcGfOnDqLo5WhzHYhF2S1mj7vaH5qhBBGw49G9STPwY2g+qDydKQ2z49LqFw/CFmqaDBaLi60XcKrxCrvKB4DpzbH0ZwUmVS1tSaLSd3URlTBoyXO/F03XEJku/Hms2Q61wVK9gKH/AG0wfcRjEbjxChb+8YgZbgFkvI/RP59GNE2dl7cHt3hNew2muFQfbESVDmVc1w2IK0VQdrYFEXRPEcxzZr8Fk5t6Vk6P16KtV63jp4VTZG4hNjyWJ8krtm5CTKDnpRhdot5Drs8oxawkK+MpjMA0XnircLrQOIO1WJYgx+HBPms2YWiw0799FQdDGbzVfY4zj7w7m7vHoo292wIun1WjWJuVmDVwt/kpLNS1ppeqVpwK/Fcsoj7k7vjf9eoukdqtFSi92s42j4qh2OI6Lk7iAVQuAKFNvoTOYKuoIx43lHiaeSkA7y1tFRTn927S/DtVRh1Gm1OhdZfMy7c4ckXZM8SN7rrisU5matNrea0TRk8kzW8XL3zlpSvVHuca7yp3s7LQ1A4XioVDscApLElh7GilRccVpTxAcAStOaUu3igQLhJJ+JyAaKAbOovhk1XiifFINNhoeimxCG3oPdhxTvxhH8ITPwK2ezHVe5f/ADKKTNH1lbqoAQi895ZN+E/NPV3RcV9nmd6l50fun27n5DZLHdgmllFjmkPBoRxQeb5nYnci0GhxB3HepXyij7gRu6KWlW1RX9MbngOjDgXA7lnBDXcCahEQxsZXuinXoMnHa03eGCuvWFwQsihxTY+xrPPBBraNYLgAtYeCuTgwWpqWWN+qJdICTe5xOJV0mh3l/ZIi/wD1HXN89qD8sdn3Ds9geCM4GhK3/kFRuAvPEq69VG5Zczix/mP06iYxjM6x4beiRvj0VCDt7VjTouHSw3gmsnicPoo2IHearZ49DsmdrQ4fh2dQvUOWTOoMoDhI5xw2tWUSwHVkzkMlNtL/AAQngNkyBteAKw6PqrbgfyVNg6JHYufIT9FZFgV4pzCWl79WikbviB+P69W+0xD1ketxb011SNoQlewZ4a921WnxWnby1VdFU8Wqb/bKvdSo3LIjVmDtcV2qKjotbsNosnH3PqnHcjleSt0DfIwbOPofZpz65uqT2h+ft2TMfmpm9qlaowzCzK3EbxvHQyaF7TLtDb6jf0Yn0RCDQYuPBU3dfyonSo6gLtlyN21G4Y4pz99wU0jpGgudZF6eLYIw0Sm2q2Tg4YJxe4NZr+Clc5htSuudw2BFrK361RcsodMLbYbIaDhXl0tacXSCnBXXNCEjcO0FaY4CvkULYsiaKyDsLgeosi2RM+JR3qg7QITQiPioXeB6eCqgwds2U2Nt11vwH9BB/FZK9o0JWN8H0+qNbiqscmZRQFoufTuoEGoPUMxPH6mtlkgvB3V3FRsDnRRPcWOfS8CiyaPJ7TYYxqu37FANwp9fqggPErRvJuoVeidyuxKlbGQ1odQANC4p7tuap8erTn7h+SCuVUMqjBENoMP3+S0jKPxVCtNNR+KqlawVcW3KyIn05rJBGzTYDUVCa6RjReK3hQ/g+qeozvYPks9CP7O7Z3D+XQWxuDGNFXyOwaFDPkkEzxE8OMrnUtDkg5jg5pwI9vR1zhe14xaUckfQEaxbg5MjwkJDa0x/6VrJyXt2janN0gW42moBskVs9lxpXxRDsmeeV6vje3m3oe6ybObvP+AZWPv1+CdzRjbWhTGHAuDaBeqjFncAqyRgO34EeKdRxmZTA636qARG3m26RGFU026HdRPhlnmt6zLD7i1WIW0bjz6cljJoNJ5QoNEU+aI2Kw2Go2b1lFdNtKt2lvFNcw2mkVB3+3JOClyptmkhtUccAtKM8xemHcVeacyvURPk4gUb5oaTJKHTEbSQz+L0Ci7ut+d35oC+4Bq8PojA/VLaclLHN7xmNNvFBXtuKdkrjfHez8H6dQLGtDIn4XY+Kc8X3NkH9eKjoatxPJOeNWpT85WkbCdE7VadEyS1iHJzq1AuCqms2uKNGWH/ACTy6xW41sb1ZZ3VL+D69Wyo/wCm75KaB7HGQvtscNl3Rby+tOzCMXoTTgBwuYwYMHQ6b9nlhPajOBP0KLHwwtcMQarVh8iv3Q/hVzmf/jWdl0nNG6lAnrJ/9tvyTmSAOa64gq6+F2o76LJ4mNeyHWfUa5r0Z7JNKN17od/EbihJGatPtzPGWtkaNKu0K2PeD4dEkvfN3LYq+Y3oNP8AaIhscdIeKoX2H92TRWAsVzXwWUZs2mWGgkYVqbv8AbKNWVtPEfp0VKzmUGjGC1htVM6Gn74oqg1B2hOleTZAT5XizadWwFe0AcV9pjbWgIcz8kx7cHCor0luxkYHJUZWlfNB4NQ69OZBGC0axwanHPWa9mNv5p2SZwviZG1zKi8cPbzRRODXvbQEp2T5VE6M02X3IuY5jbsI9BX0J2oGMC04hukLS/tMr5G92tyo0AN3BfasnAFPeAfNXLer037xJu3BQt20qVGN7wOgZTG2r4tYb2q4iziFnHPzGTnA0q5/4Qsmka2djCHCsr9Y+3ndCKyBhorLS267GqjbnHsLmXgG4+CdSZtN7ghGTbjAqdifm5HsD7iMU5ge4gIbyjenyi+xo+K9c2xstbE+v3VJwopv9v6jq0kL8HiiNHZOdxvUk0roBYBdS8oiXt4Hj0nKsklDK3uBTWERtoa1aF7xypnX71Qzv80ZA2Z8Rdi29Fo1qUs7VCw4tYB8Oij2hw4qyyltt7a/JDJ52mo0anEcD+adDI5xjPu/FZZF9/OfzD27opBVjsQg5usw0omtYfe/LaqLesaLTaJGoUwUXEuPx66S4gAbSrOTx5xoOk4mnkmyxap+CMZNHC9rtxT43tpJHiFzULCMXLinSRPMVMaap8FCwCjq2n7kLTvJatUdBfZZTpNFYzvG7w6cqpq2/lcq7AQsphY6kDX1I23305KwwBo2LElxWTzDAnNP8cPj1D+0RNfzTtB9/wB/Bf2bKHN4OCo6jhG+9zeBWi4EdGUgi1GZDajTzHE4RU2ihXqc5/5LOaLm0rVDGy3HkE/bSjVkjf8AVr5DpczJIw6Am0L8OClGVWc4BcBgOCzb9t/HmnQT+/Z/zHe9tO7cwn4LjREWuzog71R1jwT3FtrZchW0KtqLldi8qhjPgrDWvtbqJrC81xPNG+0DsIqnQ0IY3S8FI/vGqyl+wNA6wQ4VBxCGUZK0iHtAdlNFlhpiTtRDrJbuIwVHOeRuqtquvVSFWlCFDDta2/mg4tBIwNPRiIcBP/8Azv8ANZOM26Ocazuf9VWUSgmwxoi5nHqEl2hLpj6px4qvRrK6Qqt2lgRvUUfcaB1z1jqybGNxRnZIHyObajYNUfmeajyp10jnWH/eI7X5qsD6MOs0ioQjf6ufdsdyQla4etZhy2J9kEDchjotJ6GQD8bvp0XvFVrAqhTXxH1sZtNTJmarh5dEsjjRpeTXxVwo0YBRZY26zoyfhP5KzQvl2NC9bKWs7kdw/VZM/JyGvt0r8l9n/aDc3L3tnUnSZO7NSG8jFpVXNLGm6001amUcHObtO1ZxzAw8Nq0JPNesiaeIuVhraFPMgrdZT81HnLDrJo69Z50UkccYNLYppH0BleT67RpLJsoiJFbruP8A0sgk7zX/AC9tlR+5RUVyaB4qqvqTgrsGhDfsVWi9X1KuuQkacNEn7pTWyQseAKA7fNWIGWRiePWSHUptqnuhbYhJ0RuHo71eowTpx+rd4elnYQH1F7HGg4FB0Yjg2aZq6/tc02KPVb8eoOfIaPYas57lULFcOavqFig5tC5ptDmFHLHqvFetmTJjSh0yMQ1G+pN9VJG1oIN4tdkpzmh0rtrjgE6ORtlzbiFdXQvqPmsikf7xpdG/4Jrm3EYqaTAABqMjrhj4J8jtZ5r0bFd0X8kYHH1c17eD08jGiYNwpROFKvp5IB7agtvBWcZ6uYe7vJrwTSBQ7RtBT2DWIu57FG83PIqHd07QvseVXStubX5dSbE0XSusuduGKsnwPRfUr9F2SrLWBtNyA7E7bP8AEMPr6JJFSbmjeV9nDbVHAtdt8lBFWoyYWnnicB7aSF+q8UVLGdYNrL/gtIUKB4K8ofROdvKvFVhj0lrhcU6B+vCbPNuzrT5BS2dFg49FD0bOi9ck+InRmbdzH6dYhh/eWrfgrrxtCG1pwVx8/QmyY/7jPr1v7LDoBzal+1Wa8lHn74q6dNybM2Q5sDQYLmhMyphAfqn7wQped29N7ta/RDGm2qbabpP0iE8A3vozoo5aV6qx93FXgHksFVpo4Xg7imS4HBw3Ffa4BQPukpsO9faJB6qI3cXfoqzPDBxQkc4ZuIaAN1T/AFf5I5YzV/fDh3vBU8U6KN0TIZDbaZMKnEISy5PZljwlid8037TVkm+zceKtQyNeOB6g5tr1MRst57Sq7N6ofeD4qhCBtK8K5VjukbpN5hRzM1XivoGOVoI2cEP7VQtNQWsHxViPmScSd56hSeJr+aJgmezg4WkYnFshb3Ve2i0bxTSCZIw6LujFc+iKbsu9U/xw+PWmwN1YRf8AiPTfrDor0xytxicHIObqkVHV5n9hpsDw6M3Jcx2HA+hgopx+7Ol+HaqjDrVDoyN1H7lJG6mcYaGh2qqEIDHU1XO2L7V+0MpxGi0HS/RB8Fz2GoQkjo+MuJrgRXFpUUTtJutzA6DHg7Fp3FX6wupuQjlHq7BcfkFmZebXd4dF4qjQq5ES3QTU/hcnRyirHChCbFELMbFLlWU1zY1W8Ni9XI4PH+Saj8kyOfPPh/y7VFBJi0OJAxsjcpHuLXRtGltQmoJsmGIdpZvkosqZEx8LrnNGCE/7Olc11KtqfqjDlAs5QzHj7aWXtUo3nsWmrqlB0es2+qqLnbQqKnRfuUuTHsG23kf16uXO1QKlPmeL5HWvyVSfAKtFYd7h/wDxKpiNhVel0bsCEx7tfVdzHWJJX6rBaT5ZNZxtFGnRUdFFx6WsOtEbH5dWmm2tbdzQBVCr1ZcdMfHov6CFm3a0JseGzrUrcndZlLdE7lm5GFkjMQcVUSNq2ujuCu0uJVW5M/KMo3dlqzbrVkHSDBeq5NE/N7A+/wCKBuaAw1oUCHA1UsvcBKnsUoaYcllUpwujCMUvMO2tKdDMBXfscN60H0O4qpb5dDhTRIUjZ8pyi1HQaL7Ny0pcrv8A9cqzXKrDtmdTYmmfhV9yf699X6xN581SPKf5grcWUQ33FpBoQnlpgcHbLRC+zNeYnarThpDY4fVWO4buRvWTztxJFfOnyPtosmGEYtu57EQ3FaR5U6LY/iCocdnRw6IZ+zWw/wDCer5lutMbHhtVywoNtVXFXrNyVsVsted+7n0UVyrcrJuZPhwd+vWGZO3WldfyHoy5SxvqYzQq/H0LB1Zm08Rh1aCAdp1s+C3qqvQprbEWPFHNuI3KvRgmvPun6D/oet2Zm8nDEKsrvU7JgLq/eCv30UhyiR2T5M68t7X6KzBEGQnVj7/F30Cc6j52x1tkXN5BODHQDOXUrW9NObicGCgDJKfNWJMmnJtVfdUG9QSMYI5HEh7MEJHsLsllNu0LyzmrOTtMzjhsTMoyqCxBHuGFUNKhWi+oVHt0uKoNyI70fyP6oV6GfxJzpcsdFV7gBUDAr/4if5mqv/qHxYow3KM/G+1uupTcgx2jalcAeZNPiPipYn3GyAByqsliZc+la+P6FFr7pW6w9oHTOxuAGJT5ZdeR1aIDVCoFUq8eoioX8TuQLPcynR+67cqPAWjd0EOwOxZp/vIdA8RsPVS5xoBeShI0FsTG0bXbxXFVN56Gww67zidm8oZMBRgwO0HenQz+8Z8eKu6AqA0OLTuKZJhUX8+rOlmNGtWes2W0stCqqdDIYtZ23cN6bCxug0UVAPUPvZw4KhwVx8OgOYaOaat5qKZuD216o+WU6DUZnCwKWQ3gqAdP2h49XFq8XL7XENNuvTaN6q0qhWKIdgQhbNXsNhx306zSlqSlabhvKa9+TBrD5ox5QC3ZeKhGaJ8Idsq/V5LMZP61gvdS8H9E98pzmWuwZ/l1utO4qKFurc1D7oJTRLIG1wqtCVnmqOAeON6q1lg74yW/JH7HO6OpqQ5od+qo+KGcfddZPkU54yWSCOgoC26q0TVVf4I8AAofvWm9DvxFM5OThmoni243njyX91h/mH5L+6sHJzfyUWgGNDXbRwVdscjn/X6J2VM0S2az4/8AdR4qbLHNIbg2v9f1VDKYRpR6w3tTZGarhX2RJuCEkdbLRZaTtvxVxA4qpBJ4noZHGLUjzcE2KPxO870+KTVd8OKdBPdMzbsKvNOa2FXpzdkkXyP69VkyRgq4t0nVuaq18FhcrlaJpTcjNKKSybO63d0B8V07NU7+Ca9tWkqipt6J2dyV35/XqxyaEEhr737LvQqVbkHr5b3cOHRKxwvpabzV+3pojH/lvI+vVJcjY3Clpx2bVVyq0dDIIhpP27uKZFEKMaKDodEw6FLbeA3LDBXK9ZWzk76dZlkdeA4vpyNlv16JMnizIbG0FzpG2rzsomxNltSOxayJrUM7be7Ei1RqgghY1rLVqjeCA7oqnnwRbsjYB9Vbax1OC0JXDxXvGv8AxL1+T+LSr3Fh4r1T2u5FRytY1spkAqBSqDa3BF3axUT6e6Nrod+Ipv4SqPljBtG4u4r30X8wV00X8wTbD2uo04Gu5BkeNCT4Wk+MCr5nuJHj+dApY36zXV88fjXoLonBwvFCSWnjRFxFmRpo5vsTk0B9SDSR3e4clpXngqBpoFS4qoRyp+vJczg3pikbdajpzoUWyNqFjerq+KyV+99nzHVAGaUz9Rv1PBEv9Y95q4nagNVaIu6Gj91FpO57B6BgcKPFbJ7w3rHTxVEG7Bessj21Dvh1U5Nkp9d2ndz9VpOV15W7oz7x6qH4u9ASxO9W92ruRqqhUcspZsLQ7qYs3zP1B9U58r3OeTU8VRo5q5qvUmVEe80Wfh6ftUV9lll44b0XHEoA7EAVIP8AS+vWcrbfW/8A8z0ZRlLv3srneGAT8rk36I4/1cjT4p5PZAH1Uh40TeN6mfsfIfJN4haKBQeBZPBUx5o46LrvJZMyu9yr3kAtLkoq44HwVeKH4D8wr6azvmtUeS1G+SFAB6o4DiE4j3grZ8nEqKMg0rnjyGHxKyxgwvPxr9UWnAiilhdWrKggJr3nN2mkWKXnn8/YDJ4XUleKucOw1AAYbFQEDfToFUHPBbkg/wD2cOSoOmS02rmAuaRiCmE0vbinUFBj0FzNdrg5qZI3VcKjqT5ZNVoTppvevx4cFX5q7zV7wrMIstGtIdnJBkYu+foRSgVayTS5JznYq/FOee0U2U96z5jqlmO+eTV4cVtJ2kq9aIV5VI6tiGtJ/W1NiibZY30C8Vtw6Y471Qq5aSjlB0a0dyPUnyyXMaKlOml1nbO6NyF1StFgHNaZq5CSbRyX4v8A0QAFANnTPGw0c9hATWuFkjELmrL71nm9gg+G3rOUN7wP/wDJU0m1rCUyI6MMLKO5/mmjANCaG4/1+Sc89pxPh/QVdpvUr/8ALZ9EB5otbq4K/os1NFyT38T9EWjsMA8703gqoqRn8Q8V8UPwH5r1hjDqnHmsYvNaDoA7iUc2QQ2LZzUtLyY7Lebhco8ujBMNrN+CymaM1YRcfL8uh0jI4xOe0RjwKgknNueNtKg3H03yyarBUp0suvIbRWF5wXHeiFY/dsIMh+npTw7GPu5G8fNNoj0GHbE6nhiOpNhbqRaTvxdFp/hVaNVG1gtSONGhBlbRxJ3n0ZI3YPFEyvI807iLkApG7ximPOtg7n1Jz3mjWipKfO7tYDcNi4qrlopkUd73KOFmDBjv9GhwKlhPYcW+hG8nTboO5jqLMmbgNN/0RJwVp1yuuTYo7i7E90b0yOMaDRQejONhNseKqNnQQRcU1rjpRaB+nWGlxoCyvwP5J8oeWsuEY2kk4psEQowXXBD+v6xUkh7IKsju2U1uyqcNsjg30ab0/kmbz/2nZV2ZJXR/y4fI9DUVFL/CfHo/gPzTImxVYaX3/wBXItbEwgbS+ile6IBzDsNU95Gw4bUDi4Uf42LviVlOSTCsQiEtDy0kJXR2slebBIxQfG4OacCPYtyZp9XHpycTsCqrRxV2CjijFZJDQJsTL9pO87/SjkGEgsnmFzu6PBM7swsHniPr1F8rtmA3lEvveb3HiqDxRpjvROAX2iQaT9Ubm+nM3svOcb44/FclVfBZs6swtD8Qx6kzJGG9+lJy6b1VZ2Yevl/4jd6bZhhK34hHoCfAToy3t5jqDnyXNaKlPmfryG1yQHir1aNyzkgpNLeeA2D0oZx/tu+ipvV6qrB1JtHx2dXDNaQ9lZLn+3+qyLJmYl9unAKPaQCa2a3o0PxTG3+scPmom7318lyCyaLm8/LooMPmh0loxdcFU6rQT5f9JraVlDc6PxYoEbb1zvR5KzvCY/aRfwX8H16KvjYTvIWg0NHBS/gPyUQe0UkLAK7KEfkoXx0q9hjPG9Nyd4DmWaO4r7O8kwSXgn5/Q+wdLi7Brd5RdK60XG048VZGqMVvR3L7XKNN4owHst9N9j3jNNvggW6qpvv6Ks12aTeYUczMHDy6gGD3cPxd+ivv4b1vKqVYPuY75OJ7vsBMwVdFeRvbtQIvC+XRVuvE601NkZquFeoPlkNGMFSpJ5NZ5rT6LirujOyD1EJ/md7B4b7xmmz0A+M2XNNoFMmbtxG4+3bkoxkvd+FVOC4qqq4ephvdxdsHpyRO7QuO4pweKOabLhxXDouNDiDuTJcHG5w3Hb1V8m3YN5X2qXSkfeCfmv2evtU4LYy0ta8i7FWmOB4tKOkHXUFsKJgwYCfoh91vz/6TzxopdzAGeiFEN2l5LMjGSzCPFcFLGBo67eRTeCqm8k+PY/SHPaj+D6+hP/tn5KJ+2N1acqFDKZLnvBeAey24AfGqik7zQVG7aH08wopO8wH07Q0ootFnE7SqK9GisO9zHpScdzfYyMbcx/rGfULcRegRer07J3aryS3n7dz2650W80Gi9VrWnQAwVkcaNbvKbGLz2jvPsXwdjXj5blxVyepodgNtnI/r1AZHGbhpSfQdNyZFEPWPNB+aZDHqtHn7E2fdS6bfqPQzLz6ub4O9sS40AvKknPawG4bEAL6K9NawVe7RaN5TIm4jE7z7AZU3B2i/nsKO5BXJ0XZmFR+Ifp1WKmFs/wDiVDYFG2BRZOWXACleJ/RCKgLKUoVB9jc6MyOpZrcLtio71g44qWQAilBf5qQ8aJldukpZY3MdbcXUNy08nkpvAqqOuO4+g+Q4DR+v5LJY+5WZ3yHz6I8pb+6NHfhKKvxXO5RHYHi8p34PqqVvTjZtX0ob6BG1cGmgqspcw1Gbd8llhaCczZdQbtqmtYtgEXjv+SAPYcQoMlj13mv0H9cEyMYNaB6QgiNJZtvdbtKFkaIVulN3QKNq51zRvKEeL9Z7t7vY22iskWm3jvCY/YdqI2DBaWKudQg1B2gpr3XPGi4cfbF1o5lrvVNrcabVYtWXKheripMoxDNBnPb7IOYKyx6TePBBzdqpSoCqgYZmtlF1+B4KKVzbJc2tPbSTHZgN5TnvNXONSd64KgxVUcqdryavBvsnBo9azSZ+XTv6A53vWaL+ftfsrNeUaXBqrf4LCq2UUmUOwi0Gc9p9i+OQVY4UKfDJrMu57iuaomOYaSNNQi6zZe02XDqj2N19ZvNNab5mHN2VE0mpa0uPRBm9KRrDUHChXrYnt40tBOfEWyxu1gw3jijpAPNTem5ogts3FescHFXL1waR94VVcyzmw0+S0JJmHnVaGVV/E1WK1KyqfZazTf4f16JInYPFE8P1mmhTOIVjcrHZCex17mNpXeKp8r6Wb9KuI2BGsTHCt1Si2jWnZessL7qtcaVrsU2aq7KH337N1VHlOSUdnLzEd2xPjEQiknNaPwCz2Uvzs+PL03uym8ye7dspuRA8Vh5ok6NNiZlOUijW3xtOPM+zfDTQOmzknUvAQpghGPGi+zzDQldUO3O3H2rhILbpBQMBxWbnuA1XC+5VNl1q9VGso4p21bYJIBxQaxoa0YAezu91LeODtoVr+irtbZzVt+Ltq+zPJsEeqr8lGLHq5K2XV+nTZknba3C9W4JA9vD2MDXObmqXCt9encql1IGmjzv4BANFALh7Nzm+6l0m89vTQJr3VzZuk5Kow9pI/KMJHaDtlNy5K4jwUUL3OZaremxRCjR7IZSwVcy5/Fv6LxRKc5XuOYcdPh95VrdvVY3hw4dFqZ1kbOKtjIps3vJaD5VQkiN3HEe20sdgWTTSxsEcriXGl9VNO7tmgTpZTZY0VJWAja06Ippeao8C/BwROUxyOqbnxu+iIybKMey64onSHEEtQ/tL/wCMWle2GTlVqpLBIOVHL3gY494UVYp2EUwrtV+k6vwRkkoC1toqFrtalXczf0y28JHl7TvqicaKpxV2kd25DKWzQNBbRtHXnwTQyV7g51i6mPkqGQyHewtA+IQkn/aDGO2tNB8aIx5X+1HG1i1oupurRZnJMlOT5P8AvJXijnKuDWigCfK/3zvd7k6CaufixrtHpOldfsaN5TppXFzvkqSaQ37V6uW1XZgmQNGnKbPIbSg0YAU9mJmCskJtcxtCq03EIb9ic7arL6uc7YmNnnJka291gi0V/eof5l/ZfXP8gFXLHufK7VhbcG81JpuOTtFKVutcPTdLIaAfFOnnvc7HgNyIxpcqwyFvBMZLEHF1wsfknSStpNIangNg9poNtFrg6gxTaHRF6AIuF9d6DiKnBrd6zzpaUBNALgOCrZie9w0S+tabk45uEUHE37lZc8MZ3Y7q+K+yZGBU3ySkYKxkY9VGykj++dnsHSm92DW7ypJHm083lyor7lUXBNt+8k03e0eGj1jNNnTVyOwJkM+UR266Da3gcVUXjoLMmGek/wCI8UHSTMa435trPmhM6Owa0p6TWRAOnkuY0/M8FI7KnB+aFGilMdqq2h3tKAma5hT8pc2nZjqPM+0kiwbW0zkvmqYBRsboNe6lDt5prGzudGdZrxsG6iNIYy6RxN7vy8l+4jpjQWuSM0zjJPtkfs5blnZNTsM75WUZXIbpSKDlt9q6R+DV9pnoScBs/ofqooWttSl1ocNiZHWtltFFkzH3g2nj5IXjPO0gdys4Hci2EgUFTehC6y21c1zxcmxslmYQLyHY+C95k83+5HT4haf7PB4wy/mtJuWQ84q/JF7MrydziKETYHwKZFNkrI5X6pifVrvJeoyjKYjwfVWcpyqedta2TcD6FoYRvDzyXAKxFd94pkZeGDtOKeYRaDP8q+is3ta25tYxQotGbFRi1uCtzVyrKHYAmo/VUID53m5jdVvNRx1tWGgV3oZO33UV7/6+Hn0Cx2y2v8Qp9B6WYiGhDUV3lOjcNbb0ZxlouBoU6Syc9HoWi6t3tTCLmHTj5bltqMFo0c/YFK/KpKOdgr5QbqXEIZnRZTF6ObNs95Ub/E89lNiiFGt+Ppsz90dikROFdqMuSttRbWd1OvAcqkK21rW8aAVdwR1jCRaY4+1bLZFiRtmvHiryTJ2WjapMty49mjW/ROa0XFR0usGoVkyXOdU0WayfU2u2NX2D9nCp/fSoRs8TvPsBEzUhqK7yt9URS6qALsVEJ4Q6MuskH2xc0eql0xwO3ovx3K/YrgfEVuWhKWit1l1EKvkfU7XEq6jpd+xqONP3j+7+qbHGLLGigHokk0A2p+UvHvNXgzZ+aL2XjC/AqjYm1/EnfaImOkcbVqzree5Nyfi6xeCKbvaOstBlZpN38VUnRTRJdS8BQZqokDtEj4qGRucpjpurVWC4G+t95Tn4vGl5IyyGmTD/AJrOSVEIuP5BANFALh7WBje09NY3VaKBPdoljH2yRwuaPr0O+2trbfW3sd4oiF0mb3VvTjxTJW6w+Kke3VJq3gg1zqzx3Ovx4+hR7Q4cQs5HBG1+8Np6T436rxQpsLXyOo2pLlnWxudHTFqDWolji3dTcmmeswGxxRcA1opS64BUyYE96U4f1wWjpSHWedqJqM4dUK1JXOPvNVUmgGJTsoA9Uw1+FG/n6Tp8jGkb3R7+SddYcMQegtODhRBrrNiTQPDj7Vr4hWaI1aN42hZlzc0aV3lF1HEcungg8+rh75GPJCOFtGj4+wLJW2mlUlrNkux/aZzX2jIHNzm0DB36otkBDhiCqubbG4r7JM+O3XRs/L2pjfUDGoxCnzb9NryNLahnrRaMNyCOZY+QlZz9oytjjGwH6oRZG37NkneppO5fmhHE2jfn7F02Ri0DeY9o5I0FHbVsXBWu0UypGcZon8/auY0esbpM5p0UoDXjEVWkVcrjRVcC8/eKstuG4K0ash7+/wDD+abFC2yxvpQiQHMGT1h4K3kxBaeyiDc6mBVwVraOCbPE1znM0NUaTdtE2SJ1pjsD7SfKWZOHP3ONwqmDNte5uDrStyHmRgBuCAGGCuFXU1WrO5Y4NZ3PzWdntRZKNVu1yDGANaMAPbeqFZWG0BvTQ4Ull0TTZdeoJ2CsZbZl5/18lWJ4cOCLXtDmnYUXZC+h/wAt2HgUXOe10w7A3c0Q8UIVrPxxnGy5VgfezB4uQsvieP8AUoF9lyljGzHAsdaafTzMcb5pdobsVZf2fIG7Tf8AkhmIzbPewH5qOeeRkhkHZOFNiERF2/aE6SMODDiSETCLgaGpAQz82TtJ7zj+Sa7KssjmIwbqsHgtCSKwNzhQJ0eSkUG0NtFyOU5W2V8vZa7YiMpyc2O8BSgTr2w5JapxKEcQoPifTByiKpG0XFZ3I2hrmC9g2j80CKfmi6KgtdkpsbCyVjbgHJrcvyd0Fe1iPaQzgXEWDzVGGnJEmqMssjxR1my3800iK0R3zX2hkyQ5ibeMHcwnNkaIcvjHg4fkizKGljhsKrnKHmgW5WyVvceaoSgWTg4bj7TO9iUVrx2r1DCPvG4LPZa5poL9jVZyFrcnyUYSkY/hCtyW55e/Ka+09YKP77cVYgJbILw519eadFMC1wuvVJNbes7k+zRwuPBevyWo3s/VHNE2xi11x9pnKXSNB8kdFprvRsjyR+zxF4GNFeGt5uVrKnZ090av6q706EVBVv8AZ8lj/Sdq/os3+0IHRnfSrfNB8Emdj7tfqqAWXjYcQrgHP2A7KoyZPK2MuF7LNWquUZO1zBi6F1fgU18ZtMcKg+ymiGL2kJji1tSL7tq1uTd6q85pg8/0Ri/ZsVs7ZDqj80JsskOUS7K6reQ9vcKq7Jv+aDM1R7TUUchHJkYkGFS2tVnYskEbv9M0PzVLErvxMavWZ3kHUXq2ZYf4kDJkrBNtk73MLRgkH4X/AJrRhl82r3En8wChlMeobVA41X92s8a1V8A5r+7fFe5V2Tin4l/dv+SM8DJIJTeaFf2uaVw7rCs3/wCnVbttGpKP2fJpY340tVBV2SS+LUPtLJhH3WN+qGYybKInDtg4qxZMzfvq+GKOvAK1NHNIfu3fqi/ITPGTsN9VpZLa8P1RZms21wvuos22Em+pJO1e7PmtX4rVWp8V7r4q6H4r3LfF69w3+Zf3dn8yMkeTNjJxAdcV7sD/AOoF7r/9gVLDRzkqo43RWi1tLRfeV7lv8y9yP5l7r4r3Y/mXuv8AkrofNy92vclXwFe4KkhfkzgHildyuyeTyVcqyeaV3dGi1BrMkLWjABf3c+a/u7l7gr3RXu/itT4rVWqvd/Fe7Hmvcj+Ze5Z/OrsnZ5oVyZgc3VcH0LVYnyWLKG8Sqn9jx13B4Wj+yoGn78iePs7Bbda0TQL3TfNe5+K90P5l7r/kr4qeK938V7or3R817ly9y5e4f5KJ32aS1G7zG1UhyOSveeEH5ZBLORsdc0eC/uz17l69w5e5cvdle7K1HLVWBWq5ajl7t69zIvcSL+7Sq19mmZMBS1THmvcy+AqvdTf/AIytEZQP4So55IpQBW0S3Fe7k8l7t/ktSTyWq/yWq/8AlWpJ/KtVw8Fg7yW1YranhvvW6TOavNeC7MTN7k5rHve52s6ixPktvksT5dOK1lir3LE+SxPkr3HyVvJpH5PLvY248wrOVtD6dtiq3LHNONHXr+/N/lCI+12vwsCIe+lXuc0HEBa611rq54WstcLWWuFrhe8CnaySyx+mKXc0bOnKe7eVXLMobHF/lMPzKDGPY1jcAtcL3gVzgtYLFYrFYj/3jgFgFgFqhYBYLBYLBYLDowWCwWC1Qr2gq9oWoFdCzyXumeS923yXu2+SuY3yWHp4LBXhaq1Vqhe7b5K5gCwWqFgsFqjowWoFqBagXugtOIFaMVF7tXRhagWqtULBaoWH/wB3T//EAC0QAQACAQMDAwQDAQEBAQEBAAEAESExQVFhcYGRobFAwdHwECAw4fFQcJBg/9oACAEBAAE/If8A+Iijda57tjzMmHAB7BgGKgqqcA//ACzHZLe4tDrsdWBze8uV3f4LkSk3h2oOW+pzXxCL0er49T/8oLI1qUExtTmA+UA0KAYmR27Q4m+gf0ZBSoItWjr/ANl+HDQKVwmz/wDcdKBqsRENOjXZofrtBR1Be2Swg0JBS2I6DowJDauFdv8ARJCbB/8AdZUC2jaLkHkDNTE5EqdZ6lB4lIP8LY9f2V+j7fV9AVoJi0qPcfx1+tLyVhQEC5doQ9TCqU1ZPbSW/TVsHV/LADE1gVkcPsx3KiFjQfv9Va3suWUj0bzsgAAmBH/TvOUVrM9Dd77y4AZrKtnrB/SjS0D8/wCejg2FrHERw3W9Z6bhr/7miWgCpKq8j0qYQulazMWs0mKupp6cSwXXrMVQrkziEtW8AJUdTBAZt6q36fUFK6A67QhwtalhG2dR5mttbx1aNXV9IK63aYeBoQoHEvK9YOhKiyhqn6sqToAarYIIxJvTuvJLowLrR+3MiUrRdYyH8Gk6wI9siWmtR2QwLTuzk+oJ+0rYlWqzFfA7fEI9swAv8zqdAKm3zlxFEacACvmBLerT4qKDomRU0MffSH9v1xV1/UFrF/wh/wDdWAeicwl+AW11vcpJatWC7vqtu0rCfcPjEDALgvFXA5dh9h+YWjFOIetaHiawBIWdDQ+nLBHry6ErG1LajYN2NDDY2W8B+7Sxfm9KimXMDWAJddekep1dvDi5Qz8rw2Htn6r8iA6zBzZiGFZO2O3EC/xeaXGGN8dY7JhNtTXTaI2oC1donRGrV5A8lR7qqNWOo6P1FHQkaK3UJKhaOGrz0jFLgV6Rk0N2g5rePUN5ClrqElTZQUWt4OJvMepRfZt6QsfE6N5O/wDZBcRHRDSnsX4llAb72f8A+HHPjQ7oqVUKgb1DKiZEcP04F9Faxhz99MSj60dniJUbCXBOABqamr7XAgM0ttymlxsL5XAhdG7VgbPTPMrlKzopz9/qh7F5tZlKXU0Hj9Am41ZqBFF8OkVZhfVdvEbkTUxU0F2IMUoeKNd/WaYtncUDsx9OWrC/BcpLMHAn613lPNMlxCbR2BycPmWrVQDp/wAlhhCOB0eLmWYRwQ1ekFBWUeILceQabbrP9/b55/jVZUtETjgGw80ir1wGVR3Aeq0BqO7Z/C0QuVU7+f8A7mYs7jE+1XEbblfMcB3zQ4thspFpewH/AIRcap0sWl+tHMW4xWqMgOm+PpmAJr2LQ2By57Kl9tIY5awfd8y3BiKc6S/eDbaAc/rL9SqcDAytk7CrtutYMMBazBk0esprsqcV9Vk8XdyRdAsInXSM83TqDQBysLh4HHphlhT7g/5AKUV1gCOnX5XUDtd7jKeOmkT8QgelPpjDAUnM6Wdnofcht9QH4mHdygP2mpaQaFHYIGXo26lyYtvQBxHpNVIaNy6YwNhoorrZhOj6yzPXBT/fEQz3p+jeYaqb85XhoOhKETy1fmWRnNn7zKIcYfaL9uVdwakL4l2X8b6bRcddmL+FU0f/AGmJoLWazxsR7vP5Y13Ldv8Aa7QmjDwP3vEnOxIwYy9cR0CHlvSUCEs6ODx9GappZoVf0wOqaqr5O6KRC+KS6+My1GqMZpaz7OkZPRTK0ckyFCnHSqgHtbV9YlDXQ6W2+8Y2Qqr7selS+6LpmT6lzLJ+Fbvt5iBwC7ndjC4U05uRUt6OaNEpcMMpVwJ3NIu1nDrDk1oyhgKD6a4i4qaaYnwI6LM6q8EFVBjMMFBY6s79iqOsRx22mk16/wDYes22nR4gRIBlWHXeBhjDCwI2Gq7uLh5zDbB/FiipsRFlA6SoafxhsauBr37HXtDW/Ln/AKY0G49PpMt+/jHI1eqYkPbaNIiVVZ/XaOj0hA6Jw+PU/wDt4RI5A7BlWA91uhAF2vJmYzSVv1RiRhtQWUxs0texWp/yVgerZL06lZid+ZWjycRNUNHcr6Z0jMFz6sd7RPMUpu8xDIjKA6e8F/LRpR0dyqJYqZg3iUdWXTl7SqotZoJNe2zi6kc+c1D6oARlp34NOPsxlXHgnYhBsD/ExtGFk6GX2uATUFn04UF0iwTc42iP15fOVsldukd/DA9cQqA5zr2xKjQdIfQVKMJBq5E6PDNNmHMO39OwcfwSoZCatoRGwf2wHu+YVhXWF+HWNMr3uBXEp6tvW0DxjrmGXle8RsI4joVuxFuGBtE2ur9f/tg0Oe4+V7EXVOhvmn3i6KRB6R6HO0t9FV6ZqvaV+V08Gzzt4hjrJeilPZCgKqtHgGa73DJjnIG48fTMd67FbLZDlzAF02r4ScBAbz8wpLGyGIRWBepC/cnivvD6siHZXpxd4GjAZ5lHoyTGaW1me+kMlYVKPMGb5ko9AdiAACgx9Qe6l8WJKv2l643xr7RWWw92aieBs2jog51JqheAX7S5gtgwwXVxXmH9GUq/FK/MYT7URTAEXubxuwhLXNZlZZmXvW0VTtB21Ho7YVGnKa9oLKPUh/4gmu9dxNTNPNuDZZ/9fIhtd4ij7vtFbTycw2+dA61dqZgNERi/02ljRtFzXWZR5c7aKzqe7JKUnK2rurz9OcFQvQb52mWeqQoYpfLHHgS6CrdGT0j1QYBx76TWr/VpBX9rUWKsa4v1hj6llCNuTk27HWLch6Ta+jTtPtm1G3fbHSNxpfKaQYcDpjLfmi+spt9UwGpUSiph8l+krxyQqqdk2hqQDxel/sYrzCysMAFV/Ui6Ivn+GPbB7+4m2CD/AAaYKUBmT5blLryekuRmVEHMNWwu8QagPkpRigZNA0eX4YRXMwrvi5pb+RzNsf8A2GYaamq2YleMpd++jLWWvQ14CFERvE/KWY5oLzAxRJsFg8CYhocBwsmDEdhpsv6ZYE8Ih4UrMlngz/6l8ViuhGt0cPSVzc9yf3eEoOJYnqIZBqOi2/V2PDf3TzGkuorXnbxEFLKi1lS77xcY1n0P1rFLxsTVZxNNg6+ju0ioNNl5LZqvqdSbr0E1mLGjnh92EaFcJsnJKtI1Yx/J0YCArAM+zd7Qxoz6RcvXbEz0GrsOw40cbJ/RAO+BLKPUnW0IPo6BhmQtWM5aemrxEAQ0rfYYvfWFUfsLlQX0AYmhB4Mn/UC0NvxCcaAXqehzBzvUmvI/wbLXOAA0MH19ly4j5wN6TU6M22rrrQ+nqgYUKHUmj5mCUcXXp3uZCEg7y+FslqTtB6eXQPJGlTr/AANTLcWmKjo+dFFX9ILn5YM9oZl0T9R0HmcWRe67ceJuS/M+0whBbqfZ0hymWq+5bly7J1q7FYu3PiU57E2jT5+ZmCtm4duTr9QsQoz3wA7BMcHufM3vuDK7eIrzNbxKeAG+jcHbEzTa7ajAr9Y1uc3FFRvQma95T18UuHo79mFpKNufSuRAtXQlGGjoDtv8IXGNLx2TSZ6riYms9unUiwofX9nT4guaHAuEnX4mhaqa0D3tDZLyc5nouqZJ6/r3b/0ou6z/AAI6TdsdWnI8jGhN7AevIjtoO2JX15eHSkhUoI9dofmHl1a3qNu2sWrWyntwP4y9TX68ppYKxc1EkNdF28XAtqawU4a16RIjmhod137TNJlg21aMfiMsw5XfOwO2YaNtxEuubZK+j8IqLlGkXQ/ec+0XJoxoOMcmUBnY0592PML0wW/e+HfvKQezEYmu03Xs93tBqJ6RANvpCoKre/Lsaxd+JmV1lgo2BbTtEW2mxvCVbNS6x6tdoPe4Tc94bhHXD1lSWovbXp0FiavnjQv8kUoBmUrkYXxizAd8bOn06LVT2Y/MUYG/vNTGt/4JW5UTv0cTDGUGMV2h+48xDhLt4uZm0dHT9cPETcDuRG1vuN839I4Jgaasa8fewWgalcMAKUZId1WGJzrEy9DZVh1JdVGE16IjO52rX1j4v2h5VvhjAXFWR5I9TuYeOH+hIreBYQ49gUZdz/FJXUjRlG1X8xgoUxoHdxiDtddhWXD6g3s0bd4a0TBQTyHt/GotH1v1XtPp/DXteN/wxpn1ladRDoNXxMgnjT147Q+gXx76+I4AHdprHHQuRMGB+B9Je8rv1QBt63k8DGwGHIbHN7/Q7SpSBGNvdLvF+BC0hNYl31l5lZ3i+k2peBQy4Gj61LmZ20vZ63LN95g7nUH6ZvEafri/j6Vl2lNHvfbxHbx1pGk7ghI6YO2pGpSMyrcXjBQUCXlh9MPiEFNWSDp3Azf2omBKuG+VfFR9H9vk+fpzVq1scFD7zW6g8SDrbqVNQgvE66fojXNfabt/l/xc3iB4szaRPXfm4q2nkFZ95o+j1Z7Tl2PWJRcvytYeGuLmkJ0I7s67wM5zmViC4NtIaYjpcuY6Sdyn+SHYMGjyWf00Y1g0GHJd3ML0tSLU3lBldGXli6piqnMwnQFXu/T9rQPZNPMEybR+FomC9VAexL5sc2PeCU0yyfIBXsziRDdqsplGU2Aqm3/sGFSmAo6RKsIxb7yoUrZrWu3XrMoKYfse006atsfeWVrVotYWRbCkcnpwkoILNubfPN1Ifs7Rh/3cTP8AfxHP1r2lhdWxMsga6Ijdi3TiMgKMzF9YibB+S4pKI6IYHm4IuouSQQhzlVefxMF5cH4H6RTWWa8202pO8W3CVnonXz1i34XPwxXkxyYV15FfQrtc21U7WH3IIFKj10+zFJwesYfclu9z0qYWnEPP0uyXvOp3gaK6VKdTE2vMax+0++HKB1jToyne+jLLWUPWq9lekR6SM3CU+2fhDMHSXqHzNH0axAy0DS+7UNOdUooNHibWzrMnvmZei5fO7c76aRgYneoa8wX+/M2/gIiCQ6fyKnVxOtfWAWgOWAI+zpKzVJ5S8IKGfxlx8swACg+lvAnTWuNyXMk6I/ZROaCUy93ViKqPVpChvz1ioZ4mmk1hVauSXmLS9jcFeFgC5o5p5ggvpCyPB2QVtE3dZeOyRTROz2lY9tQPq8QibpjLZiW/dh7ENNdIw/70KUy77Sg+G8Lbo/3V6j2li1YhogTdbYlFGEbsZ0WZNQDXsRGdZZn2iXGnlrCzZM2QX6QJX2DdFxTjd+wyqIwFfCJ95o+iYkurTZSB5joLvOUwXh00ITVaN5iBNZZtdTYB2Xki7GNItuywXpD2b+blAxrh9SvtDZlm8U/mX2Jbn4Rv1AL6Ff0RAQbM8jOnuoTVTai752vtLgIZVfmivH1Kvb/bRbdV+5t5mlxKCyOeWJk0cStE0ottzqBhj6aDyYfZmF/7UpmzZPOUozwrzTc0Zv2kv6LRNuinhAP4jGXWY5a1KA4RQLnEVF0VKJZrOOvVjebmjG5EaOJnj8YlPiEu1jjsGk00vF3zHlLloZUOU+LLuw13hpNMmi64Tzw2WrXhD6AgcNCPXVv022UJfK/tAvBcfJ0ECqWhbQcx9ZFczxAom8f31hFl99HvKegd2C29NeSWyqAOuUZtr/yIKWut2nt7ox3CBxSD5muMXsuD7xdd4w0792IudQDUcMBHvKfmOUCu+2wl4F4jRuWOSpQdKwMYrnFdP9zLWS2JoIA7+67xlX2R00oYbgLbL2xKWADQ9IH5EdVfsHP5lGz9h+yLcho8Q36rT9p2kXymj6JR6QvxM2DulweJk0wQupqq3SPzxWa+YT4Jgk1QvyrzMJ+llNk1ndYT6r7TBw7EWGxw8sEpp3Q686RKDThsRIzX6CFk5B7j2f5o0KyYj1yts0/bU/xdhWdOLsasP9RdABauxF1A7Q6fmBlaDgi0dDMc+uVk0Ia1ixjWXiC0ZevU+I6NbfyjWNHfIP3gQtjbZ8GntX0VsNq6t/GsoM2ru8xtZUM85J3slxdBtNsxC1A4l63oYlxabTO9GXvgp2B+RC4GztCykYYNC8Jt76ydIJFYVc2PLA/onaMLgjp9PofxVZ8j4ytHe7crund6z7klrKRR1Y+YCorP23YwVjnZ7uWGsW68HMvCHZAIluivxDTJoPb0gimnXdGvtA2fyW8DIAOOVCt11TbsY5i0AuZqmMwXw6dIwrLIDrc+0A8SyWjQ3q9cVcAnQ5F9s8f7sziNlbHt2+UNxbZdHLlUXpWkBdAwuI5XzCNYW9fvKnarL1/MACxqbo65/OZp9xvRRCWh7pAr0uaPorWafiNHr8Qacw30hkyddKjKY+E2VGYIaFfJizBK6QqGWmk1ZFCtXFekNHbs9dXjLHCcn4lzsoPpb4IfwWvDCdh7NB17TN1AAaOkDzvFCRqIpo0+Wc9b/wBtyaXQ1faNXAQFKeLaLe0cSpuszVDT+HVFhgNB0EeT/kuJP+//AJlq/vMc9/e3Z9oZ+gcE5GL6z7VMa8EMBjabnnMunYhcZnFpEXN04juP/Jq9IGkxDxMJchfcZggVNljF2Ig2gFXZ1p7Slo+78zUp4Fm31gtndubb9B20mg2NWzHW9/5qF7mp1i9CI0fSsb9i2i/ft6za2/l/6wC1B47R2BzGusPeX2/RX2wzB0GGO8N2rqRqsa5rg2JczrjiJtwENYwPq9ez1hq7q4MZzSd2IJbgWRTfzHdpG9NGapSoVp0N49JhovHceuIMl3BuepZD04g/3xhfmHifaPdRx37sxIdosOFtDr+gxueJr1sBodIfF4JgIa2CJC6UeJTGmQ8I+YdkIqBrAJ2H3mBE9UdQ0+hYiyFXQlE3ujtx7IhSuPOZ2DpuljZaPVKBS28whC51e8017wCZzvHttYDC+sUuGHai91o+/pFk1r4UbWwSszEpSrw1SniG0ELE3hMltamjfd0OvaYIMsUV1dpoO8o38VOsIZvudqeetOjxAyvQsH+rHejuWKNXy3K7TBUG5i3bMMbMrdW2g9vvBd/iBDFOkI+4fxNODvPtH7/j+5HmicfwHPvLlyAs7nSJZ1Wq+8yUEkzi8+1zR5V9AUT9a89DrArcE4txCqxt0I8n/KGgVWCaOccynSQvTtLxR5lXi8azbTJHAckwscRVMDrYtFZYzAzUfOSj+GPWM2ZCCIJ3YKyeZpIg1w9E1TFqjuwb/VU12E2d10GYqx29+C94MbV7vWdUNl2pKXpLkuVMo2vltWIOiaE0Lfb2IWZgyzOnoHN80lUnH7/vzCUE3VCy+HqlDgtXU9Jv7fFLles0ZgjrborxNSJG4G0HWbCmg4Bp8wmUnVNwl6W76QHIadaranMCtP8AbX2+6CVivGug/nV8SlabQWzT1uLuEpQGu+kVHoue8owVSqxHBR3VEVYOeqUXJ1ZfXwX4iwXtiPJfiTQCvAAHww1+hG4oT5bfYYV5kaq4gBSR1GOaVmhoh1rnislKgoA41YVrMsPP6dWO6Ta16NWHVWimLrp0DpNeWBYAfqLcdkCqlMXI9yJbBww3xKSPkKMturBFIQMKcWE0OwbuO291ekXob1xp9ZgJuRLvt1Ro6Fqb2KvtiH+r7QfewfMeousXHeJxpNN6KFKBU2iYd53UKWQvtZOAJ/Qpqz8pWCzpct25Ff7RzA5GY8dCXWrxTxQ5l/wttSqrv9AuxsRa+zFqvUzfDugbW4SEh5Iu/n7eZahhT3PYy57yxDT7Srg0M3NxCb95eB7wWN+ErEpp7sMMUY9hCL0i4KGgMG3pFLDqjipXRMURRunpMhesfKAL1b9K+qWpl0i5mb7xovpCqP8AlMLvjKeCWdL1wf2faLrqteO6Qsss9weNPWcLfeEYbk9l/wBuEKe2dwxsIILdvT7nqxhzHqjIGwQpV1poe0xM1aOSLyKUhZdVau8sl80BQfa/MpFtroGDs2fENbBSj8+ILl1Fk7v0VfH0FltTsD8pBVOx06SjqlhwwVstBVGz3AWyQVFFpK20HSUXWMXzCt9Jn2YFS6Bl5MkBlxgxlapegpRskNw/NsU5lZfDUsFtf7p9Dfgh9CMfeLetmtQ6OfaZSwvfSNOQ3PxbQOumyVAIeI1DsrVs02NIAIMWEFxaCaF5mtRFr2T8o7Vs0yEq3NZ8xq3I95kBw1y1D3wy8mcgbuA2WusvV9GZ4gySbMX13hEfka3eiQK/2X2nI41D6wv9p2yakrS+5zKkdwYZcQK97Vy+0To7MMGf4ByQFi5qFx+I3RVoVfjpBAuS87Xp7xpSxztAedRRVymQlULdDkOibkM1DBueHR1/2ZrV7bv7wpFjnCyGYyQRjOJSAANrhljtGSLvUbvRiVRtlEsvomsYdCXpC4vWXguZVnea8HdGD7wplCIFDIpgNSaPXyEIRzPy16n2S2yii1v1Sb8hsv09LjwdaS1wx04h58rBa9paAJhcU8KhafeAGFfh/AzLpAcuW73YAUaE5ADHeVsQBavmNrbLTDd8ywydDa6RyqbBuvBL6YbHusefSWMIjOdq+0Bh38C9uuIuTKbXmMYtpttZZ6yj6BiOr8t1fn2gK8B+IxYbnJIp/WZuqLEBVq8pZgnYjaBrnFS83WPtyhr1xd0di/HvMYZVim107Xc0q4PjP3j1j8Xv35jKC7rRTLue8v6AogUm8/Ror9ZmRh5ChBBTTzFxeHDDmrKeXK9JeEZ31f4iTtB1u4G8KopU9ceWKb3PzROhXNTIbYq8kRXoHzMgcntHOqkEw6y7BrQGW9SBksgZRq+vxDT/AHY2Wop22Pk+P4EOmrgRVaEfhmScnDjcesePhDDGZhyA3O8GJ2EZywe0HmrQFj5jNN+h/ekAV11lXLI3u+8A6QMMvEsSXFCD973IUMQm4/7ViLqJV7nSGK7WzXNu0uYbdGRvtD5ru2V4/MwuaXML/XiDSsos5DOi/SpfdZx/FFQYFh2LW6s3IePaGUdS8TX+pNP0NXP1qFBtDmsRCcQvQmE59Oi8uY4MfdkmbirRT0U+YTRRIq2/4X3lAaZij+MzbjsQOCCXg7vhEDA4jVPFqV5XaD6WNAOxsdXMYLVrM9h94E9YCta1b7ywz1Nol9ayjw1YBVAE7U+hHtpbdAuN/ld1XGFreoFkBDasyv6dOI3J8BCraGkNAcZa3iDW+8Bz1gyl5dw+wA8zKtDpOBXzB6KsafvEuF9lDliVKaXVWD9/EFLaLE3+h3A3VCrsu6prbeY+i5a/Oj7QHT1ayl6w5Ckg0lf2iuIWhd0DEUsPvUyx9jpB1XrdqvwSwsi6+ZQhqHb9qVsUORY+W08hdj7TF8Tg9KlJM2evQqCUFQDAfQk5dh04fEqTM6nU76yspItEW5gkMnuespjXg+JcZtEtXBlGKlwOhMmE7iXLNxppqJiMH7qaDhvZHs+I2yGMOHaNvPeWF666cfZ+YP8AqlywirznY8S3kC6nCD2Ez+wnCRvayeDGAla7gNOl2+YltjFDF5ZZa6aMqjTfzAfzKNWIEwQLMqT0YWDuXHww4Lqpt9dSpgs+5oevxKZBsxNKBgrS4n1l5HEu++YPzdIAcPgw2hFdCspSE+d5nEj1equhZM3qaotqynxMmq8X8/M1i3kPy+EA3asrS/Luwc/Neh49SvSNtJQr+nYhuAoXVRY6BQ8zLeKPosbfQK4xPk9h7zEWrW4i/Y0GudISbanaX1GnklzZB6cws5q1cS5rAuIHULHTkiA8fEppBfrovT3QK+ao+0CwGzB6sOxkG8JQATRNSK3thnu/syePoAR0Bc0LXCJxdACoY/lwFVNOUiOzc1AIN9TXXMGFVbYl2zZ0YlXTRuiFQOTZ14ljr1XrAB1Aq0LqJxwAcGHwzKTXLSobzQQmV4vnxKx6MePpjX6GIZ/MS6dZ5DWVwLyjYeYnW2lefnWMDpBgCirsxBgFAAeI4VqyouUafQZ4TIhRxyuxNYx8i17Sh6sR29OSGC4H/sUtYjE9HO/cf739IWKq6WShjOjze58QhaneIAxTrdhxOhZoobFZRvcs1H1ipkOYY2u9sUuusAgUCj69YQdMXSmA6TFf0IcVm1aKirYgOVCzVR+WUuSXc1pcAIQ1ZXY8Sp0GTiv/AFOpH3rgbS0AK2oGcnW+JwXa0y3u0gfwCvp08LV9IHd8od2/mWXPqD8wYscsw0NRvBIXzS+kP93SVW6h/XgPWb/ViuIgGRve8zEp21uFFMs8pgICL5C/tNlPWWip7GzGAYdoF4yI8/8ALiwwvTgLIbZtHYlvQpriX93e4rJuPaCyjmxZUsKOpWvprDJAsTc/3FjZdywBVCpXh6CMACWAS11dIf6pQppj2XHY5B1oXwlDVll5wXY4mc9AyDc15bu8sGFwNalm2A1MZiSbigVjiYK5StwNVT9PofTUJs/uic10YvxAodW8oVaTrLLRyFJXQb1rD6LySPUjKxNEoZecMHMMMHtX8wJKO2BXrAPQyowdCK6dj8oyrS37xW25i2ynI9D9dJbn6ioJlj1eNBpONZ28wNx2ixP9yV7/AFUH4m8BM7HYraCAwOvVxbW/uO0DPutWfJDCADgVF9DgjxaGEsHbCrdGtpUrMGWiynBaV8f/AADLc/WGYjqu94QFi1DbpGhlpuKzE5yNEFdIQbWD2SbyRaDr+r7yxzUJqVjrBgT5dCEmaqjfVwjBGfW3Vyu7/DKn4ewD7xAVLgbFJmm9Q9JUULUNf8QrpUA0Tnw1g3QuC5/3cmgWvBKWVPUdjPYjVqvSHpLu6L7wBw/Q4IXdyZoHliUkJ2yS9FwHBuehE3lo1hUWk3Zmrv8AgizNtVhFFYXygs4FjVGidSE7TV8B0TMuzjvprDdt4MHpM7mubrT1Y9P92Hta9ZF4fRtCnYeAw+0ajEXYwcnEtn01mP3EeAC/oPiYVRWD0rc8S+f/AE2OBh26Q0/qzatWB+12LlzWkPV+oqtu8OaVF9WYLr+P02cKqQo9KClQz7zQTeKhb+ouvT9YQIPZ916yhTU6g6jdv+m8bw9ZA94roP7cx2Haf5/giCq0alQX+YaThX3jUrl+JD4lSYSMctR/Lqe8dQUaXSsXcrP/AJE1mksdS6i//iaM7OoUjuJs/wCzmauRDQW97JAWlVEdnP8A2Vy0OYvYPBOP11ieWFsNIrjsqnZ/KJl66z8PrBX0Jm1NPlizPWDB1Gl0n17MSls/vu9paqaiQDG8K2ZAWvR7XGeoz5wubQJY+YHFTart5gmLRy1cF9m3X20gcpQHZ1tsw2kPvKS/5QfVS6Wt+5DHCh6u/wBxDo4UZpDoLm4X7EHVEZDXyhbSmQKoqtdIf7NaLpGYkLnaezkxFaGBuOo4izowI55i2NwwrTJe8ErmmnpMQ4RGAojMJoeE+43gcpCqUPZBO14ZVmW14YD3uCNku8/+suHPnckrLMICwGd/019YhXeAhAat9+ODrDULyODBW2+Ok0f7M4oEM3zLGbgwscwzKSsQdcsRYYvUieksvDiygdtCMO8KR2XBmOnrLUplySp0Gl6Ky+1R0uvol+XSOrS6q67wpdoB7RP00FMR7TUlcINRK+IAAUG0SpdtbG8Nrla4I7zo2enXuQrbpyrMNYu8BkAbNmKCJeORFreDhYyays6nTWrbY7wAaR9wfxmgl0LiUFvjOKV0RSGyJTEmw/ZhiFxHgC+ziUwGCO35B/3oB2rKuF3S1yppIbljV8fc2jTRyQoMD0TTH0hEtY4MwmstVerOFe8v60uhWpQQa+qrrycu+kVJ4XCtx6ywlMa+tPLjKuE6OzLtLz7ICTCPbViheFpxDtSwy7miK5lgXlsHzBTQ3oPvMXSl1mkrW/mILnQH+Xwg/wAFFYV9BDG1S/JN5OjVhYcWde5EBAhTAEEvIF/EVfGFO2t6PeH+4AU+iMnZ1mVW25emKrwl73KnWxkG5DLCVo7OSbCysF2z3Dt6w6DsYh3qs13l12C3FKiewtRT7y6q1FNNxmZFBD0t92LqhReR+0IBmlSITu3tftAL1IWOKHQuP+lU0K2dRqaUPd1Rsj78P+37JylVRo7aYl0K4ZBojkct7ZiZBGeFRRuU1946F+X3/BAVaZt3ZHBZYLS2UWNRpa1joNVkQmcPmTfQDxd+kvxysA+9Ot/b6gGgqQwkuoWHa9nt8S+A3Cb5ppYhG06216RZmnictdpdsN5ahoDqVMHHILG6y+7NTBRkf1N9CV7mq3YFeZTOMbHZ6dlRc9B8eT4uvWGn+zKm+79Hr8xbRu6HiAHjnxHLSuxMULni5VgudYgyUxKvs5hjleq1n6zW1G6f4OrKAsHz9nq50O0NEpG4oaDtjqJmpN2x1gNYMNvuPtrHqjCjFYK5GZqsam6morUPQ+YUA4Jqp+jw+8LRB7Np1JmAF3/M0AhV2QEQsnLw9zEV/VVutx7M2RFmP9ywdZhIEElYFe+95Z7XKsayrbldialLcSOrrAh0btLdTrue8wrTRWlxfHcx2h9Dbjtgsc1t4me5Xv3GNvJNIAM1jhiWuatq901LrjOCNTNC3qS0y4saoD/tRac/Nr9oTmWwXMadbHmUdBZNoMHa89YX/JUtAKuzmtznw7TPrbtwx7xRoh7o/iH+qGNZ274lyJ8HMg2ir1dZYEat+sWrUKXtsErQfd6fmKRUOj8wMk0aZJnoRmWlkq4lVtgV7awSUaNUDGGY3O7qKrlX6kvUxoLEjmUW++D+HtUG8uGCy3CgxQ6ypWivaZwvwj2r+rLDigmwODOriKklOk92GNGkExo1W1br1foMnGnd/NONFx94WND+7w5ql2VDbIbqQ2vFgAAd+Sy/eNFYT06fV4fXpXuE9oljuQ2rysUkNvmIby4mdt0L0OxLeyVQWNlayZx4Q6HfBu0h8ypjUi2ZVk1I23ftOIo9gzDtRNemx4JdV1iAm4m/abLLKcoYG4alte6axw9A1PJ8RiKhoeIPBsAb7+YbQJTn/wBQhwYbWzIyiIrKwvtSPiDClboes0+2Hwc+4IAh+ygq8JFdqVlrXLfGR3O30W9Dw0NHmpuHf/l3l1Vh4iRbkHpnrG0zcajQgywhXLvnc9lIf0fpjzgYUwixdF2Hc2HSEPcen0Hwr4Iaf6tmmQNuGPFtX/ufMBSgdHFQgSW18zaQGObIAiq1qBRK0+dI1aOveWBsbr55jzm64MRNldpZRv8A+xRhcq9x+mPH1WRTIN3+3Cu+O0Vajhl+sCxUW/8AIL2Kl9dNVTcwH6/0Q0+n1OVRnQCZ9ZZIEb+7KRG6UImHmLAQxBerXiIaMHWaCC6ujgeH5+qcEDAaD1DijjvC6l+8RZcBoqeUFirvBpqBrfLLRsAuuCuU+JewD3ZaicSki46LprR6jZBMAB+SODlyOuntUobL6jb7EeY05IV72ybw7KU5jGRbU1k/IhFWWB21hUEKB7GjAEL+xcJEpqsDtDi9GW9rCP7/AJQs2NFte3MbMudiMPmDkdAcuzu+HaZg3eDzfEE06M9U7Zyd4XSo2A1mhqdHNS6tDISHZddp10JdX+7HCWJbP5GPEXqdOmWbu+nu/MDVr95RkDRshRw+NYDrxVUkXTw2O8fvWIBhnz/RwCyku3JLaqhSt5tdtQYbV2F7pN36DpVSMnZ1lmBNIPXWF9EVXO2YXuRy/aYVXGPfr3l/IhJgzizMbRFnxzG8ZgJbfiZar0jV8YeYfUOJZP8AYPBXrNb3hvS41xFww3OYrmxaaQ056zIxMgYTqH/LiuWJOR+meJWzfgf/AFcdGQmqQ2/21nQk2l3nUdZWN2zWaKXlLH5eIAIKyJv9UWfXAeh5IlG5kU4YqVrQ9Ja3NWWnFbxeAuCldOD0MxkMtHPZ1lgy1owN9NuPeBPQyU6T3q4CqNod8eBOkoJS2zcaxOyKxp2Q8s18+Hzd+SdOO+RlSVAuzOIjqnaUYD1jorgeNEezp6QFN0tyV0B36qx7WJloFkXxVLysN+p1etDDRAzZHo3VpWzACXbFe9DwmI4jXoSaU6IaeS7cnpHcbQZNalcnuEMPilqnTWebIrn8BKx1xs6et/7V1pp8vEIFtrN16z1HCykVG6JN8HlzTvUw3Ia9vxM3jPQNmKtBvVEeprf20t6/Tv5Sk4CJZEvoOj0qIFTLui5cLUtzDS1bPzdowE+4E1Oqvci0de0pdyXqDyzb/wAjUShTxifqNckrxGoy+65m9pqEYJqbQ0r3+JpQ4cTg6MfxT7d5aK3Ptr7Pj6bnqebB7xyrde8FYkNrMjAanC7I+iTWNUE02jSM8nJEv1zjvrXpjx9UKx4dq0R/kIXU6xM0VkWtq9T4ZXgqP3CMUgxj637faUFNtg0NQr04mTQ0Qb6D/suAXReGmvEM4NqnXtKn/CQ6S28ruxbNZVvFLfkhI9F5BFpteHZP3ExKj0XHrKOr5hpC7+fSM66Gnc3ja2gwmmHBMNK4akYVwpODXSDo7U0YM8Q7atkSuouBqYbWntFbVOzaZswEPDi6p8kvkfhFMaa7MHXvHRY0HBUPFp4hFYC15B7l9CH+jNYnnXHst8wXGpfHmX1DsIW2yg24jYGjQ458QgxuV69oKE21xtAGTqjpa4IeVB0/J4afpyA3Heb9D3iMa62Npa06Ns14jkTQ5mBrRpVYrtMJO7REGe1NttjpLLsclR5r2uWehXEvM7vgJ9nxD6e4mqHmfepkF4JS9D5nJhgl74C7vKdDFyzhDRMa4g3KjeJdfkb2XDT6XPfxOj3faWU1apY6iWsswjJzomqu0uBdf3cQX7JWusysmphGpv2F9h+YfVZTk4nbYjrsc2NnBHC10A3gpUqNIN/z1iUyjVm7Rvourrq4gHJBV1GppV7ECWaZC9BKazaIvOEHK50pySy+kfA/j41eGJa5qW7g1MRoDWjD8+0dlSmgjdzWkqanom8eW6aRgYLTUaRreRyzxEzvNBiWXX4gb1yRXzzYx8/6oxZD1l3/AHJpDoyv/CYsQlrNsPdGULHliZDpiitXObLsPXPoQ8orONipUAaH7p0/0SoXprXgJU0vMt1weCiLxANNKmKBtrG1ychoQDwL7K+9h3sa17z2upFq8e0VDWekbXXCGIcuNEGstbb29D3j7/SnaPY0CJsjDtnNNtCIZ4VysMKV3V5iFxRUUxxDJX7MZIPF6jzeYT2bNaHY94DPyadGMBNeGMdB66yxqKcFyPrMH2xOBhPW/pkOcItXYIkFILbQjLG2AEa7asSLJn1UHexY7833mSTan6ZPicncYMTAvExVytwMkwpApw7nr9I3QG2i3sTBdSm0H/srM7pvHFeDeXJ0/FvV8fLFWB47P5HxAV1npFsjiPZGVzIzqMzqNzGh8lfUna1q6OQ2Pmd+nGHNXZ6Tc+rKff1IxAtnF2HSFaqb5O8DWvRu0czlqGu3yCg223ZUaikdDL8Qrf8Aon3jlvTjUf2M7AVBnkPl90TZMBr7e6L0TDc3se8uCaUnNksgqrdMXeZQDt642m9giZ+j1D/kTFJz4zCmu/2IdLm+IVqPOfKi4ykAAt8yDbFSmtXiHEZmqsrtZ8/fClLcuhQRelk6QlOAPZjHtGdz75RRbqH/ACdEAtXQhbsplWyQcaS/JmmUXnHSmBcPedudt3e2syJhl9d5Q28Gu62HUgMiqI8L5jrsustTvEVKXR08zBVhTeEM9Bu/ig0+krNkNQH5ZjMj3S6uht1iLActINSyoF1YlKUFPxd27/C0LL4m76Mbdh9e8dPXeecy2pWX6syxzRcqS6I7OH0pYTUNzSdhz3mAu8zWXiBR12iBR4N5sfuz2miXbA0NQlkIaKYlJQacYiGiV1jJi6nPjHD5fo3Es7trtWKBu6Q2l5xoxvADaKXoZuVFGzqpuuxMQQj7ylTkdmZ1kByL7E9I4MzJiaauJcEeen6P2ENPp3iMWXUz+Apd4XUCro62DRpAd8QxwA62v3ZdVlW9nAHELQ0woaa+qQrKMvktfZmfVlveZpXrty+Y0G11VRLS56JsL6I8U9Ynw4QZhibw0N6FDd2QizEtqWIJlS+OGYCqaOtWX7PtMsXtX76wFd4gfV/cjkrtAJlBdJRRvftzMwgmqmYo5qLqU/aBiAO2ah5XqcTfF7v+BFlMFm8yu05QaNn/AGCBqs3TsnR/wYDIyDqNvRu+JhPQGYYDahhgpj0JYIF4O32mu8Mn6519JUY+YHtstD0ZUkMaZ7Qrymi79og5dmUI63I8h9iH0Yki0Jp16CNE8sb92gZI+AzKsMDdxKBuuV4iq5U6/wCtYH8MV+bbMX6OsNjR/smn5LMeMMqRzOclR+PpdU0Uex2P1UrOKOn3kF6FZa9THE1RJi/D6a96h/CEDmOB6vXHJA0y6wS4p1j6J1IZfAuin0YMTGXTquhDUJTuneYKTlFl87LFoq5sHhq+X4/kAAUt5BmnvE/4Yni0ZiKrf1iFoz6kH/YafT7y73Adq/4y9IRpZLuhrPSa2FgsjoU6Bh5Zi7e2j92hDuF5cvtD4P8AB+Vh8l9bOTw8Gj2IVCtTj9Jdru6z9/MS1E4cjCi0ZtXcmSqVjky2aG7JyTUudqPuy6x046fpKOmVg3j0yKy6OJlCzXfTfxE5G6ZfDeIlLAr2Oucj8JT+DNw1MEs0QbPWOiUeZuyEdxoftpA6+4PD7sO/WlXWPN7G2ofbT1i5iukJhC3Rp5h/fm7EHJ3dCYZ+ANpkHkhRKm1Q5ftD0HITV7Rs9D5O8EgACgNv5vYRbQRqpU2wPd+3NGsA+K+JfCsham8AbPXCZPiORY+0n0VuGRjV4DrLXDRlodj0PmFLFc4VVynud1EJ6xCNmYw8djdidgZVyrdev9CNlPShPlJZy+qFG2GIV1GDsSmMmZ6GHuEPo66gSHju4wWw2jKu7AEoq8k14qmZzaWnQ5iq0KD7vX+m68AbKw9PiUAYd4BhJuSpRUmjP+/U38+IfQszkiD/AP8AhDAo4EAo6tGpvFxAmdYL/wDHqhJhUDQP5vCAnlJljFcSNJKIneRqtAYuNbb33V7LjssyOn07Ccg/07s4xR1axLhAuZpk7vY6sJoAFBjbp0iFQbto4K+JHtDorQv3c/eVRoqeMPeMe01S+ViCK3N04iu15dWNYHaMNS1OZRmqHrDKetb6PzH0V7+/CFmJ0kxFnLjnlmBYzvMn6vxH495bPrDttj4EATIfG9cSyeij0bY0fMsOza7Bb6zO5Z2IfdDCpou3Y+qWdTrLVvUbij7oaSvgPYbDZMf+RQ9obZmlN0Fy8w/s+1M/BASrtXg8GI0yzhGlzgzk1YqAc7rAVLYPGvm/EIAADAG39KbyhbGH7j/iazBH2YiUBXSGw3ydpbayj3/Ya8fQsZ1fnFoeDPmUZNsyxor8BBoEdb+JRDwSOV6EKz229zV/rTVZz6wgebpdhh+IA1Y9Z/5OPCEo0+Nw+oRNiKODh9/oh4OO2CWKlu06Ii4z8JZiM87S9Qt5hR38cHK9CJGtS27d/qKnYUnSPqEj1x7VMHHaaN4lE8JMyX7J1w/Q2uunvbfv6TpwS5iLYOhxLwsOd5v3rV5P1vKsgg/poj/aWf8Adw0MW/tKvpecyjIDXiXpGu5rV6V9Pohj7Y+L7I8Bh5QQt9vWXi6Vsxv/AOx1UM9E1nOrK1da692NfAgt1cfLARbHof8Akqn8vt+IJBgfeJq7TAPzGlb792I1Lw8zAKZsy/bAvm/uIZbbdtoILSbLLt9zXxiE5d/VhFaX4B+amn2+8ur9MJRI9mWbc06cm5QJbDvjiDZkVTzvjvAAlUtgAalyrcUjs+yLHX9jR7i4y1TBYT72veuYSw70T/gzZAaP1jX0gwWOYF4ODgjBa4Tjyie70NZoEsvVtV/VzC93MynsvpLguvYlwXtd3MKxm0sOj+kf+CGn0Bw3XuGh6yyDb5j1i9j3/BFC+VXY7MBm+OYqvDpvF5df7M/e5D9OYhV1zsTp1hqdRizTwPQHkp+i6YzcdDy/E9HWdmmkcjKNInHSI9UhfZ+5/s6SjG+fF8VBZFsuukd2DtMB5/a5PiDf+6/W7dCUVyWLo2PBUrDvl9orfJmxbXrNJMHv/aGruU7591+sVWu7tK69pMcObzMsUFuA5+4h9N0Kgbd/22JmVDHBeHvCaGixsOPf4m/uRAxrdjKjYuCr8hw/+S9Lgs8Nvgj4Sx2C/iXW2W/iZi0qez7xll1Rtz0gHyMGr8S75cRyLcb1FaqnEzAu+1CPF4SII9DL2fdJuiUPaHaWbhLivlDV63+uzOIw6xhPWZHV/D+HT8ZWDI2bo1cSJ+tpe27sE9YupRRdFMerCaik6cveevKRNHdfsMP7tb3N6EvAKvdbxSDqLng7RV7q66xJNGpeAjfqOTy6/wBxA2gfLs8lnmCptZPMwBo0HmFN1xLVjq7xc3gtXLc/3Y7Nvu9v+L3ZZhwD7Jo3SvjqwI1N+I41Qb0vygo/vlvEBltH38QbCzI7JswV1pqJbRqS5jfmht5MRVLEPoCwIN0ns28NvAiKLz2NiXtiQyoM8TWJoH0OxD+7mh9QNvJZNNNGcGjFauZcSJwkg+BXtGp6/wC5pG7HsH7v3htahq/YlqFZcTNbbMcLiHF9o1h/ZqqPgB9Y2CJwBr+9YY3ufeas94ihsXKXh9YVFQ6BwPX6UcYgrmcB6zPC14bTyfYolcBm23pZDWnDc8AvbB7xLSJ2GYkjmB2rX1mgmKG2AfLMI5GuqqNPOPQX94nGd3q35g3jiD6cDDtmW+svN15lkNjf271LDVvIA+1wABgYIeuHu7XhslK3bfaOm2czDe6O4Wt6H6DLLzfBkl1E/aKfs5S+/uV95mqDDNUI7w6k56QKes7vSHzXpLK/Mn9mb0EBpo/ZPMC2ms0HWM7bX1iCrV68xBK0OL9VsFGn92cUg7UvsPzFHqiveU2IWA2o7PxCdTyU+GGf9i9GoXng/MKo03dV3fLmXCWgd94cGTeVHO5zpfbWPjRnltX/AAFkbePu8+DjskedGa5JXhChJlpp7T9bkJ4t6/QbbDXz+j6SwsY5YSulXmU1Mz06wOV2Jtm7u3X/AAZRxVnRfyfMQxFQTPSUBeORlVQqB4dPUx6Qb/1oiOx2IVOH2n9PmVLTlg3mph6GkusZOcOCZQsnP6v+Gj+s/wBHT0lax+EEHtXETCr4lk/GjPr8PpeuUd8EPGBcFE02z9Q36C5TicBYnWMyPQwCy7j4lJQ+z1H3INFqnZqvkgt+/tH5WCJg2p3Zn76Ni+ukMx+h/Uiv7GUzLQZTdqVMOA50nF2HjKN4g+IfMvSakrpn9M4ag1MgfaYB0oD3hg63RtLDhlmLERMIoXUyQyoKB0s9Yduqorxj81MIIvNoAahvA9t+k06H3nJ+EKXnsJqfMcKul+h6twGnc+Cv7Z5gEOf0DzGKpDTYiWouVhkJocNuO8dVzOXNBFM3vUWr/je3nRw+4RHOGX98em5uypTaLb6xM6oOUDRjihSbQOtfPn/VUTCOGg5Hm2/ESGgW4MdZ21tQqB1ieYCjrza2X8H+Tia/uvI+00AhZ+8xnSWF4lcNm0W0HwWHKUACfD/astTT7+hGZvc46zQBQmwIrUesIXs3/TLn0/yS4vLO/kTIvNzRajGgrg7wXTJxUvZsHy86/wCuMLuUdz76esvFY4jS62c6XOS0Zh0N9SH4D1/xtDEUzAJZ4/cPvNA6MS0OIRAW9Xnt7SwbCRsvXHTP0jB7Grw0Pt5jjYItcaL2NepNfJ/stB8s2gkHF+TU64hph3+VIYQcJi2G+IZhKrG1VlH1AahpiAzkhiG5V2mtnxhjCj6r5oj2YPuRg1nZ+8AqA33VbX49IMtdHa1e59P4Am3vzEBVSuphjA4Lvao8O91XguJlQ969YoiPdroH94mpQoGbbPSa5MLLnxDgEYmA+mIBQiNGYZZW7Oq8K6mba6xSaWEzuZxp2lcLQgRWkzplPSala22bq9Xbtgh/VlYiOoOh4T/sGno1qam0LyBTAtfMptwuiqlVr7sU8WNCH+PVAS91vU8Monkb7kArbWeZeKA1TvxAABe7WvU2h/KgWwRyZ/wuTxVE7t7HWU5xnAYYH8zG81L07MBW0is5uXLjDulUtbawZw0Cg/yZw92v9h19YUTDFWHq9ZeupjuS4B9R4/MA8l09KM37ZPMEtQ3Brfo/lmKNbWekyMSrWj14/wAHSArDYfJTtp5g1prtNxfcjbRXXrHOro5/RrCSAoNj/JgEKt6Wx9/M3VxZFlqYTVuxHmNXy8a+sA0FFibn+bpMyXULZ0JxC8e7qxuKnqm6pWpwXRNgm+V3Xr/kmhbD9eXrBSD4Rdk1cwTq6u0TJOqi/Wek2pheWKlG3at3n+KD0aGquA1WaIotpLuhqS8IKThNn/awIuOTXr26zEIm0Ki3isNd95ri+HL+77QFdsNpjl7hgOH7JYC1cjlJR42EYPlMSTqf2ElCVLfygxNZCqQxfeB47rT7k8t+B7QtAdormTyQIzsbls00lUvwF9JX5GJpYXP+43T3f4FyubxDCydyYhplX70gGM9kVBeG/KYDTyTaaKKyxwXjol5vDGdJbbD+bCyKerllXTc8RX3cDF6i9pZNXRRuF5tj9lIH0AlGJkToOOzp2zKqmHdsrPUcPrv/AGzbjufQikw67dBwRjfc7cL1A329ISYzNf8AgFwdGIX0/wA8OtofrVnxMWNIm+8APGN9kQsuvTrOLwF069Kh0c3g3KmRMwXolHy+j3T9iGuvyZW4+2vMDTmdtY36D5/uesd1uuDrEcMEbcDoRG6lpcZbjR8RKA2al7pqPaNfxHu/6OVKrLoOa61MpKqlCxan2JeQ8DVcExh8wKVYc5q+sfqDUNhs0+8rUIb0LTZf2ls1taDu1QqL8QPTg92XZiVuq6uuviH9xw9TehH75o/dOnEs7bZjazXH/YjSA1Irgi1cXoelf6JY3rBt5IGrNzeV0q/zAdSwRIPkmeZh+mnVrDCibmSLUYC0rH1N3iVt1QjXy95dYm7WNbjx/ZWg9s69BMNp5VWWHO3iGq2rRo9GB1AGZc8K0jGvwHj/ADAmS4px6penppHMrQpVp1ivgJazG4ADRqvRW0ovOFIZnQeldYzceNTjBgUbd0EXWpatmqZNX8xQyOgdGg7QsC362wpxx6ykEIWj+leP9b7qro1eA6sZplgzY08bOt7iY4s7jD1WvDxHWsJPLWWDuUF2a1+qxaSGh4BBlJXYrS/tLxpazHbeZLNcBLpdXUFyQthm6rNZ8F2/U+0GPaV8AnKvvH1tKIhCwmyJ7Sx9OWAW0rHkhkR3Re85DY50Du+sCv5RfIKrHrLPg1lgNSPalyi5+h+YBU45YHezL8spgqtguzhreIuUNz22yhwNaWdd+wxLmpbB5LHHTB10irtWPgS4mRQ3TU9/VAAFGIei3uuxHq0NP6OJR2EQOvr6aesbrVcGY56kdrAV04ib1qiyzg248Q/z6pr3N3D18GJVtBmPtBAkmDbqwvcZWv0mRBSxNg7kbOcK4xWrBjK4p8HMXY15gPu/Pa5WeW+q3Xr/AGYwDbsLz9dPHmcnABnt5PiAKlTN4cQJjCPJNMkJb3DUVcAsjh2/5t/ox3KFUVRV7rH2gWQZyn8CXJKQ3QdB35gxsN8lSqAW76wvPMosqgCo71H2mbfQ69ek5tldu79obKhlNd5f7sIDbIG7dfTT1lTTqXEJgw7RmWwzvtDQ4Voy6+GH+iRaSvp02H38y+ul5sg5HYiDCjZbQRitZFaBwxM2qYVRmDSLJlW6zBq7HWXI1vZcHX7QfIA9j+pliWpoCdJoHYcPPygsmopYa54Z3WVuexLpDa5DnqNnESutSGrKYLWOeP8AS07a2zQdyGyiydZdGBu6OXrN85SApt6fMsUAtmd/GQcRivNonBodiHXSZYvs00mu2IOr28fMbgvZ0+bl27wMgqDQP9WhrWexj3R8Q2KAXQiZZaViY738pmBJtjy3bY9NY+g+j+L7TEFCmnaNSL9L0bjHp11pTXxUo6its9PkYP8AK902uIdByg6/sINtLoyiM7xutUaaEOG+2Bx2MxaMC7bdYFoXqJ0TPzNj00gB3ZSlsR3tQNDpf2Zd2JxbEU9BwdJSEFG557EaF3YDa+uVerEJhWjgI3QbbOPUNvohp/Whyxvat3q6QRVNxKp6kfC5mXV7x094rgb/AFyPVj/U7GpmrY9D4mV1LVKHtpKEVqiSLq2ly0EwqPQlxK5czpP3h7PWLl6/4H81Q/J1gjDNEsOjc6xtYcp/84vlWhUjA+CNJi5mME3YOeHp/qybEC0g2JGvPP8AS8a6y1Gjgx9MRNYvWb2bIX6uk3io53n8JUOtcQdH3SvlZ5Vyu7/gxorm1k1vn2i2ITQqs9SdaLrrc55XEt8EMvHP5gYl6xyhpTqf6mSX16w28lwoLDkVZZpHd0wyDSOF55JaASawBEDkOg6wewda+jlBgAYD91/tiBKrSmQei1NQdlOHs7MsmYbbv6+JsA7ErEEt7dn/AJvKAtoasXUekHoKw/0qzbVNimuDMYmMhXpuXpKoHYH5RK40tnEWB9MFscCuQuHu3+IT7B3W6HWH7OtAH+zvQJa8j94lQLAvqV9K8y2sur1favDeH+s7TvxNVNg2MqM1jLb2PMerWGu+jl00i5UUiVniBecwTbnpLgy7J7LOkdHCn94YKAi4s6nRl/2offQrh69o0IchoIsvZ/2H7Ihe4VpzK7wBYdkAH20K3dIKE6I3fTWa+kaWvEfsixD5hLmP9hiYdjB7OmwTWsOgHDjPTQlcZtUrkdRhS+RKem/nHRlcdyrlOV3f7ko30ocKak6fbURqfq4tmOtJYPuRilpu1zl2gQUCRx3G4+ylL/1g3p/k6QWtOcDJ7L6Sxl+qdWNW7L7hIDo6u816vFfbpAr/ADJbtuvxaSRtBELfKHfq1Jj2wYL7O/iWyy27sV2hAh/6OvvM88bt0f55EQUax2VwPhgtA5qvO8GsNgPXrebXItX2vmCmBnJ30ND/AEUL10Yj+fMTfVZeDo+ItCdj9f8AstCx05nDzLhcjmMaj8mnt+UrAhsVJz27f5sqhVx64P2iVEjbctaFLaaDmOtspaSaLvTPi5SAPNVeW/lAIABgDb+7kQKRMMb5vVbfb9ExtunY6g0gjjfq+Py9ZR1qCqBRPDSsW478TILp2Xmiqe0QoWu0HpPpcCLQDRP8k0UV61ibIwNmhPUYc5dV7DWEWs2p63SBaE7V+ruhII5pr9Df/dg+RMJ5EVNZjOzNUj0pi5kWqB1yEIBjr+i8zI8rWx639peGB1w3goiJrm/5qe00B43hwWHvBnwl6CZfqfyQGiqcwOHEA1jt0mkDlovEp5PRiGEpKvEUJdzoxTPfIHCsvTlNyfwF+Ml+kqeb5vv+I4qTNBnK63FIQgbBuUx+18YSDA4Vr67vxDbNdlXLevioijpj8/lnfGJd8feFaTrQPz8pqVzP3TXyMpijpafw+ItMcwYeqwdpZ0vs2MVFak9RCUHS3mP/AI0dt+mcg6QbagQxZK1DyUigMsxbkNvEse8ze0reHOH4jjeQfACEjCYMO8N6iODzAjDJ9p6zWxBJw/TH7wFRKsHswR7i1cpfZMtNX7GsXXHkWzMCKsXo9Z2+HvDq9sQ6+VjB4hd78BYv7zZHnMY5CYLsxg1+iL1R5J+plvFvGIMGjIeMQav7QC2p1bLIgu2XRhazdSF+0zAbx4BHuwqVFe2UOAoOMTZCd2O5j6ytp9BOnrslPyI0b03nN4UY7PoIZ0vT8x0V/a5aW3ZTVjAKuwod9/Es69CDwR+BY9B/ncoAHxU2iZrg9szi8jFzH/JP/WIb6PJGuvgJ+ojXc7VFn/KN+BBOE7D+ImN9TExMWpsDgbkLaP1XRiCw4J5XocTQWB0TJrrpDOxTQLa2BHS7yPs98ZpUnZRyQY891Sa+Dq4QbPtn6y4iWtO0UqwtTJ/0WTLcbW+0o2YUgvsZ+JTb+7VWlG2sH09XDLGvdFNVd2QTd9IrS/SZK+E6KIZcOah94ehcdh+zgbs+7lye4EG3T9E+0rtqCf8A0lLc2QbK3Iqr14VI4FIcIslsvjeM49kH6OpP0DAWRK9fbBiCWpnOEGX7/wDALr+DQHHPRvXvKEwmmR3ZfqQN+DxnrA9JQYAnXu0GaLe8G1XbMG0kNoZmqsxXWC6N5lnJ9NX9gDQD+lfQVKOD+aOD+muv96JRxKOCV/tRwfQ0cSjiUXdZ/wBKi+qeIr+KYKxdoHoHYl34p0UB0E6adFLW0X2nSTpS3ZOmnRTopnsBeCVuI5LgmWdSK/ZInYV1d8w1AtrMHVYYCwIB0EpwQA0D+acEu2imsdGTcmdNDTCOouN6iuvo4CehFTHVYBoED2/xHWJ4nRnR+kVbyvScnoxDPoRaNXQmzBMPY1P1P8SA9JAbYG/wb/xZ0kr/APrn/9oADAMBAAIAAwAAABAAAAAAAAAAAAAAAAAAAABAwAQAAQAAAAAAAAAAAAAAAAAAAAAAAAAAAAAAQgAAAAACQQABQACABAAAAAAAAAAAAAAAAAAAAAgAAAAAABAAAAAAAAAAAAEMAAAAAAAABAAAAQAAQAAAAAAAAABAAAAAAAAAAAAAAAAAAAAAAAAAAAAAAAAAgAAAAAAAAAAAAAAAAAAABBAAA+wj6MAAAAAAAAAAAAAAAAAAAAAAgAAAAAQgQAAAAAAAAAAAAhMcAAAAAMAAAAAAAgACAAAAAAAAAAAAQAAAAAABBYWY9AAAAAAAAAAAQ90cAAAAAAAAAAAAA0gZGAAAAAAAAAAA+6hQgACoDAAAAAwAAAgAAAAAAAAAAAAAAAAAAAAAB+f7UgAhAAAAAAABp67YAAAAABAAAAADRF0UIAAAAAAAAAARG+KggALAQsg8AABABAAAAgAAAACAAAAAAAAAACAQArVEoAAAAAAAACBTtmLUQAAAAACCAAABQE0lsAAQBAAAAABRDW2MA4xkhxTMAAwAAAAAAAAAACAAACAAAAAAABAACDOW8sAAAAAADgRiGUGqAAAAAAAQAAAASX1q0ACAAAABAAABtYaeAB3D7NqIYAAAAAAAAAACAAAAAAACAAAAAAABT4YGzgAAAAAAAASAipFKAAAAAAAAAABCW6e1AAAAAAAAgADhpk8ABaj80k7loAwAAAAAAAAAAAhxiMUgAAAAAAAAAIIhUCAAAAAAASM/j5U8AAggAAAAAADzOuYiUACwgAAAABQ7puQYJBDvrV7QAAAggQAAAAAMYeiZI46cAAAAACArijAUgAAAAAAASxmGgq0KCgAAgAAAAQRDkxo6QgAAAAAAAQJ7lax6CeMIwHi4AAAAAAAACB5Pp4aIGne8AAAAAAgPx2LYoAAAAAAAAQW7JGmkhiRcAAAAAA0lTm9NekAAAAACBw5E51u9p5+NJRAAADAAAAABB7z0SZatzkkBAAAAAD7Yt+hqoAAAAQAAB6Me0s+LrLQMgAAAAQ0G9yVgLMAAAAAABCoqfla13KGBHKAAgAAAAACR61mrl5+7SJsAAAAACYnrX8IycAAAAAAADWhajM8x3AaAAAABBPyZc8IX0asAAAAAAy0AxnRr5gSAAAAAAAAAAABB68eYkIpI8AAAAAAACrNtGPwsOggAAAABTFTAXpBYssAAAAAAQiMDGoAxWKAhAhABCM9+QqsFwIAAAAAAAAAAAACSDcvnqjCTAgAAAAAATsouzzLLiIgAAgABiiF3U7iwCAAAAAAAAAav1Mg2T9wwAgBCDBIvwdPYgAgAAAAAAAAQAARBMoDVYiLYgMAAAAAAC9OcpuNWBowAQAAABU0CaMR0AAAQgAAAAAIAhnms36A8QAACAABntN9cAAAAAAAAQAAAABeOduN+lr/iRMAgAACACLn57+fIPEIBAAAACV6EsZesAAAAAAAAAABgQ0CqFCBpsAAAQgBhmGb8AAAAAAACATABBtgv02wdkBNAYi2AhAAAAAzfA+8gA/AAAAAACGgo9Uc4AAAAABAAAABxam7zwAAAAgAAAAQQ65ycQAAAAAAAAAAAARmUkWPyUJRvOVw0gAAAAgYczgTIAAAAAAAAAScWv0w6gAAAAAAAQABWF1qJwAAAAAAAAATaz+4IIAAAAAAAADxAAKWLu7noMG4N5AyoOAABAAITdRUcgAAAAAAABCRxxnztMAAAAAAAAATl3Dwj/kAAAAAAADQUIydu0AAAAAAAAAAACa1rk9VIxmXz/k456uAACRSxCavvAACAABAAgbBSkAvI1AAAABAAAgJrmwA70IAQiAAAAAhXoLt7MgAAAAAAAAARAyUv9ecO3RO0jr4CBAABjw+oBhQP4AAAAAQBiRsAABad8AAAAAABTNQrkAAhxwgAAAAAAisiEACU7wAAAAAAAAAACuLVJMpCD9Wpk13VoARRMcIBBjoPbwAAAAATFBYgAAuMHgCAAAACQZP2AABO/wBvAAAAAAZz4oAAJwkAAAAAAAAAQYwH0NLv2ZDbSTk3QQAQqlPoAAAINomAMAAAAHgIAAAAodLZfMAI0oZKiAQgEGhpIIEAAALDAAAgwsIkIHAAAAEAQzKaY27kx9gChqq6IsAUWxaAAAAU0XHfMAAQNJ3AAAIU3sPDoZAUEv76EAAAAXE4oB24wbLrAAEAQl1OSgBAAAAMQXOxT4qAEQJK8IhgSdAYxUnIAAAEEvCtMIAAkf1CIAAgYCRETAAIQhB4MAAAEgPs6bgAAS90lAAAAQuZ2BAAAAAAATyitCeiMwS1q5QAhgwgE+5208sAWZOYwgQQAeCxgQRh4q1igAIQk2+QI8QY8sSR2EwwQyQ6iGQw4MOyOYY0IAIAAEAAAAAAAAAAAAEAAAAAAAAAAAAAAAAAAAAAAAAAAAAAAAAQAAAAAAAAAAAEAAAAAAAAAAAAAAAAAAAgAAAAAAAAAAAAAAAQAAAAAAAAAAAAAAAIAAAAIAAAAAAAAAAAAAEAAAAAAAAAAAAAAAAAEAAAAAAAAAAAAAAAAAAAAAAAAAAAAAAAgAAAAAgAAAAAAAAAAAAAAAAAAAAAAAAAgAAAAAAAAAAgAAAAAAAAAAAAAAAAAAAcAAAAAAAAAAAAAAAAAAgA/8QALBEBAAICAAUCBgMAAwEAAAAAAQARITEQIDBBUWFxgZGhscHwQNHhUGDxgP/aAAgBAwEBPxD/ALmG0r/1bcwLZNzPrIN5P+NBdRQ08wLr/gK2spcpME0vqCdTOOCOvTrBc8EO7CO8dQSomO1mGJysSnu8lrbXDPBh+2vjqMUij+fmWI0pCd1+M8DqdxgOhUbGdV4lij1sR4URWti/rBSnUqsMFSAGxllFeW+Iol1F07aufv7+YDYB6yvC/fgEGNv5wtIbJmGFDPrHmkz1A0ERym4vFlho9zrFE1gIuI6aiKAdSuBCW7lLxikdfNw7MC+AWKtBtgRSnfX5i2mvqZ+qj9/SUNCYq36/z+ceTKVRM9uBAVjURGnpjKtmoIURLd1mAB8FJp6gUiDbCbnaGATXC0B3G3BHzW1eddlv1yHwiBSurrv7RNKnZX7uaOq3ttgC8Xpbr4+0Gy5/f6/m9tlBcQwVuIXbqXhCgbjkjmC2cdXdsSqYqEAyeIEJB11Q2mQ7GErO8ca3SGN+T/yOyUxqFeM+lYg1U5XrNePHxrXrmXKa+72/cRQwDRvPiZW1d53HY6Q+7j2Pz/ACWRUliunfiKps95hG4oV0lAtjNYyy2x7so1shLQ9QTuwC/KDbRPQTDcrKPlX78oy6ZrEbcseBU7kGPpBvhiHdxA9yYk+v+zC4u6sVW17zAeC+oC6g+898v2jjbMFMpsjkq6Y50QSox1XTVZNw8xYgCblYPD1NPAkdxbgtQQ/Ix3fZ6Spcct8rxjqEAWwpIORNguyXj6SmWXbxEb2tv4Om2UAwRrgRLqB3RKUfh/c3BS/5DVnQOQBuz/fTRU1KnetRawywTaUP2joeGTEvVvPle8vuy7iAubZ1HT8fkn1388wbL6OCoNwLLjLm47ixxKLDgbqfjMOQgwo6e48FWJ6sSBRcN/DEMI0eE9AvSWEWhZ6yf30rqu8WrlGUwEBdQZgq/pKD0ja0mSc4zeT/ABjS458edoKGJFupZmE6XQlQPEA8yynRWSArH04VDcoYaFV39GI7v5cBSmXtd9O5U0YgN5mLuXbcC8QIxLw7+kKjozIAxV3zsItcQvcVGRd4I76L0PE3zApT5Q1Y1E0x3m3Wvw+kQN/vaAYGoMc33bg1VHrt53WI2szGFhQq1+X4j5sENFzIzWP1j4gBCrMml8zC6l+4NlnO6UGo7hBHBm8p/eYC0N/iKEaeshYQtzFMCKw1ChUwbl0Op0Vwa8nxrXyxHol0Ig3mTMdkBVXHtMabAPkjkEUykXro04SoTeZZw9xNzIv6LB5UGK8NXEwCoBRuqx6ONWYhsfhEqVZc6XHhRbjYMxw2iZ8MRst65ouPiFVygiEs3FGkGPlNGZW6RTSXws/CGzbpMoLLPwr/AH6ym2129IfgdoELROz9p6YCmMR9dzupmUZ9Ja0FGPVigHT4NaJ3TsIi1A4HoAu6PrwwBPJ4cP1iDZBYH+CrHA1qOcTBfBasFxiZW/upkURKaegzaoBv8penCrKhCUEGDoOJVEaRKU713zqWFTam/wBKhFeEalS+Pyi/abQ7PU3kRRl+0Npl95ULiHqlY4AnKg6ZceHOLKh3Sm1+v/upsiW5gCn1iuFd+vcxcyzWmCp5YJovxLbeFiXSoQr9f5++k0SZh0KgU2SrhTLFDZeJiHBLgEe0JR0CnEcPrMMENWRK7ljyq1go9EUueqZ6q5siNEuDZjiSEu5aLv0Hd0hyT2Rod8dZgsMMrLHMVx7Tc8REDtEcKlQWVdHePF6J5ATFQ1BrD0qlR4kOVyx5yXLQbRMBxY7qu2HucbKdS3GjEtCNjD0lbenHXCmB5FxNZjJUJY941hCcEuyK7cE1L8UoUU+P6msnRGusF4hQqBWSUJUtt46i0XLlyiMqp0wd9pdMPfXFdbBaxKJb79ValDmAZTvYVWAlAk7OJxYekVkuO+GpcNVznE4PTubSpTjP0m8xLgpTp9s4gRUSazFZfSvye8fFy5+RDT50p3UqfYnV2ILcwXIlRaeZY2MT3lqkmKxL4U3My7RMqZjVQus8hwXkeld9IAYIgLZbvhjHtwo6TUN8AVolSuFjEcx3Xoncbal1eTKSQj1EV6mVIgf3fHV7J3GpcI8CKsGodo74d44zLg0wxzai8h08NwsUa41U4WW8dFUuLbbwrW8brcKqdGy7CWrE2m2+Nn4c/vxlBmU3f03EWy4TmVwscvgKUPNS8RO/FZJsw3XIfwL1vbhQpyCjZKhIllMsV0L2nC1byJZUuVLpuZTnuq24JWKni4178nkwhkiM9P36ZsSFJAtmu8G5kCK7MfDCmQabhmJcuVFdXBqoHflXmI9ABhs3Kty5fLS24WlCNVK1vlqXLWWKJQrlvIZ7Rz6GBqCTtgAe3LpdplTZAHu7+/C+ibgLqCcZReyBI+M9U7ThYZnahs3cz5id5ueHFgp0LlrL5SQS2kCn1iu338X7eeYabmQYdp5a+31jLbb6/vf6S4KjuxLDRyMO5+0v28SyDzJZUuUxz0lOIqypS0ePpAVWdel+uxNRrd6XzFR3Mk1ODbDVfC/XvctFjgP1fB+ZbUq+fSs9UvhrlpKuCYrEGANTwSwwQK41NS+d3CVytjse0+wkdUXC15u5Vwdy/XP1/wAgvO2aRg8crGsiae0bM3Ne5i5B1hH3ImOHJQrB8/3/AGfJgd7PJqdyD55km5vw1+GIUg0b358sufafl7ff0jOdGjsdCr4gVzUlHFSeiBXNXPXQtNTLYMUdAc7RRj26ApkgRuB08w1kjXRjnVtVHUvhj/PkED/1/hzd8yxo+7b8+3wD/wCEf//EACwRAQACAgEEAQIGAgMBAAAAAAEAESExQRAgMFFhcaFAgZGxwfDR4VBg8YD/2gAIAQIBAT8Q/wC5poS3/VtTEASam3hiJh/41Q3BEs7lDf8AwGEHqWqXmSpi168iDcJUZZW+fPnmNUWfKoFsyUEczgIAHB2Im+mPDJ++/wAtwoBW/jya4gtgx2aD8pvX5F4Ipswq43cY2PNmbLagKplPtBsHyayTKiBdlBLB9Oo1BBRomlXEi66JBnT8cg3H4MRFtY+IcWOPItWw0kDLgY2+3mdjvKAZg4wtlfJaxJI1EtyibbPTmhV0WkAtdEIoQP1/iekHs1/Cft8w0Rmqf1/v8c2BLbZgIkS87g2WeS1LvMotsqGvNa8RkHTBWPIS4YVyy+BuJRHfRQU1ARf76+8A5D9jB/n843rcSryQtsNH1icsPYVf5Smr/G80sxqXdwAvPkRUS3uoDRLCK0Z8umIIRzcA8D7gk9puvLqUfNhIoIelzsXOvT/7GDhZDvizj5vMpNZhi2/63ErpYl6xFTbATX8ApTEjKF+PLcAHQhXIA34gVohN5QwUTFJdjT/anxzyOcMF4iYufPiczgfe/wC/rDHjhkAKIQ+YxjhnyCJTT0CxZhKjFoXbn4jDJRMl7fItbiE+iHJBTEzWQWkhhurIRjwBcWXKlaHjXwfXRsRyg53k8laRENQKh+DL/CQzfXioCCiuh0dQUoRgXiNcC7luap94Wg4hM6DR/PjOUyYLx0WVWSy4YEP8v8RihkI4p8Gux1+MIjLnoQOYbbpHj9YaR0rMyl0d/wBLJVYJVzE1NMSo/f8ADPtT+JYR8KqwlEpYJUWiCvyysuLRUFGyGgE3aLNvj0zc+WC8z4IMu2o2w9wFZhr7QvlPBroEYF4hoo+HKvEUi4I7XFDcQFss/PMj7gAtFq16rD/shdZ78w8xT3EWQJuJYisOw3FLkb1Prrw1JEBmC22HRxeA4hAyqv2lAFfr/HQxG38eWm2YpWMzJSVRU1mMHMxBr5jaDZMQBKDXeFxgXKjEAuVqanHhDOVMDTGVi4OOriKvAfn95/b9YhMkcmn2ju+37HfSy4UMR7oZituv3hlQR18EGbB23n8j4lMXAgRU99TcBp0IC9gTasRJZaiEWzzA0sQxzBFkgcxyxFAXUaPu+E56N+zB/rM+PCpcG4FMbTyi1uZmVCIeqBcxGXgd+GlbjocLVTU+H+JTabIyqt9mKa+/1rcxr84rKlpzd402TkdQKmBRRmYw5MHZhAFCjz2QbuItOoK6hVTqMBSiekxR9f4mFXwnEE2lRJUQC1Ej78KgGVI5/bj7THrvmPXKJAD+nPjckgRZcGLBn7y0igP6SlYXn92cYshsY6VjvuotPJ9uilkZYg2osU/Aml0Fkwuky10VvLUKWqj+7mCLBEs8BNLjZjKA6XXRslDZy+ABF2wvs2s1vjFXHPUAKxx+9y6DTmFyE5CXqvJ4zc1EFZiUWwftLgQxpxBzHfRHOG5Qe3fYuJqbNfj/AMgBqJlTDKRv489SqY3PzEd76IUAfrKhR0rfMqb4TON/37xOcbh4Ll2UxZaslNMprMzFjBqEbFNd5gF5GT4mcA85hDQEOAUEzflEYTymEbqaCIW9IRR628PzlMOPBSXxNSpfBx5hbCruJdYYl0SqnuFZcwMZauEOreJvW2ZzRKXKWZPCYJfQdXjCVHeQgIjtl094T5lO+Wq0XDAlTO+/JQTQjLfzGI1CgBRX9+0KUqXI1E0nEL0hR6GFPEGOc9ChTn6iciybbd50S+r78a1llrcc4YjqfWfXHkuBKqVBgmd9eOiiqKI4ixyRlz68oXLTBF1mEQVtyYgBOTAOjE9wZlQcdNmo7iue7UItTZnoeOgpBn0aD8kSsQUzFYPjoIVKfzFshG8S4PFSXgygrOZL4lvxeXRjDG4Ci/WKy6/ohTpJ60I0ZkEKRllTEQCzkSmblLx3B0Iw8Rj5inLFVRhumeOelT4r/BEOIQti3dN85hiVW9+HdaJQalwWOyikIVQkRzy8piVuVHczPaAES46pKsQCbLgLiHKcEc32kYEW+r0fDnulC3fWy/rpTZz4WIQAAlupbo0daq++mNceGg5Sqmo0da/4jLs8YXDDUSgS76VAldFYiwuJTFs6X7hsamATIHuewj4cAc9LFtdiApisoNNkqB4Ky/SlTb2K1kEkiCUzAd+VdEuYht7Mk0xxBoceN0GNqLQsq+IK2TFsByQ90yREsqCpQJRzL4gS6iXYRcUdTpXaYjCPek8HEwyVA7binESAOcFuAXUquwyGABUI2x2XbU3hma/Z3iFcxhVxLztfVSA7mM46AsSt+B0MwFsEzjPbFIDkqU4Zl30qccznkAVRK9D9IB0PbqKiDH13GZUogEXjsQdkJtKGPygqa8buvr67ksqYwi1OcF/v9oMUAej5/wAff4lUPwIaZ29ihBCtoB0V3JVkpAiHZii3EswYaWuoYuUmgbv+87xGr+zu+is+yabz7flKss8z7EqvTvqwCfDpdzcrstBmWZvMYp3ORinLFfUgbiXK7dQ1FqPaLPT7nrD3AMtYmVe4FVw4D6Mfb+bg+NEpy5e0sjc2iFgzSPdb2j9LD6MPN7GG8j1/j/f6kTrT6ZQ0yh09xZUVuy/5IAUtduv6T/JP8e/2gGP/AHwDWZjon0xtLly+t4KX0X4nyjbtuWi33FIt9+OSVTlUL5b7rgTbll92JjkirqLWHdjmFtss7cQChcvtfnn/AH+rP7Al9t0NS5bv9v0/zcx/8If/xAArEAEAAQMDAwQCAwEBAQEAAAABEQAhMUFRYXGBkRAgMKGxwUDR8OHxUGD/2gAIAQEAAT8Q+M+Kfm19ke6flPe/wWuvux7u/wAHX+THyHufnn4Le7Sj2v8A8qfQ/h9vlaP5cfMfxceg/Bn5u1P/AMOPVo/jR7PPwH/z3+Fn2vw+P4Z7o9dPcezr/Fn3vuPeewBMtvVT7RQFqpETiAHmmVLI7kBJ4YX2dvbp8R85/Kt8elHx6/8AwT/5+nwjRHhuDItbjgNqOsFZWdfnM5WsaUk+QMgpqmgu3FLQZAYVlNXu5chJBbkmNHT4p/nnzHuPTH8B9X+Ser7isenT/wCLn5EDgMAMqtgpHcu6LIYiPijQ0xOLEQbLJpRjaftLQ3jLrV6TBGaHDR24glhAsSmVSMhEg+XXDb3n8zHtP4gYYlQAcriiQOI6fBFNwPGaL0fFH8FtWDXFNGBFWd4ZgqEMFATLW+TOIqNu1HRpQMJccOj8hNUm4xn+C/yn2x8qgmmagXWnoraCpOKd1crxg2A0LYo5olWDerGV1Lsf1RMmjLSRKxOOak66m1OKAoBCGkK2kTmG1DJ8R7X3HsnmoFDZ8hLV/s4aXUMOVEgs6fEfE/C20sMLKtW7TFrMWAQ5YrPCEUjYvO5Xij3EmJ6nliSbmAC9CkQURAGx5MocUJ8N7aVGNoJoj/A6/FFOYA3WXAW6qGtLQgix3yBHcaXm8UMRcgSAN5vcNhOGrtcmQnMqsi3leE2Kv1uJkwxJWC8dbFJhfOJ3aBcBvejb0an34sGe0Aa1IicTG+GjEU4KXuz03Pe++P5Eet66/wAILAou9EAICbqE8M1GXN05gPzb7oVCRTUg6f7aroTS+ttAoLawsYf+1PqSf5GxtUcmZISnWdetT5KF3T+i7pUIBLqZh6KQ0AZn1PjfR+AEQREFWkar4JWxU37LCKhNshC25MAlYOm7Bhxu68XgFPMfvS7Ap53VbC77WHkBIR9nLR55ApzckdEw+hU3/iT7BDoQ5fhar/a2KydrkwNm8E2MhU2iReIdAuuVjpRCDjmCNjfp51ooQG9ZAETLKvLQubTT3QgdQLSDDZp+1CV9ErwAaB/Iwi2KAv16a03U4q9wJiDYSywvMSU5i7eSSViBlVQ2o0ThCQw2xeXOLdbUu3SOQFobfnvQphLRYvYWnfoVvAPmdC/alEBhjGCcBAQtUEs0Ey0+xsUKr4dD9ii56uKDwG9ql+uGaEe63xP8SfXpT/FkBbjkH6RslmnxPCl/3sp5IpLNQS0slhG4Eu9LAiyJ5Lp+OtE+KLAGJUQdJ1moAZGoDooJ7AoiUZBnIKdAVMSXU4Jc5Ci38O/rDS1UZgVsbroDRYrktAktps3gCFmQppXCwBYQoEFlCbw1pyKiwi3WFv1VOMVLIIl7sQ6pLAWLrdp4j8SbZDDaOaMPa0QtIFojATBfWn2xJhM2GqR1n2v8UM2GhShpYXgzFCqurKsMgliy+E0xAlCY737EatHGIXJT0WuDMWN6CRUSs4ZKXWUL0+yhcAGVdKkNJUG1jJIizjDUnD5oMb9yBQblxx79fc/Gq0iixIzqh0mJoB0oBBCOUrF7zerDcAAEExLUB5tU9VKicLKVkC2dGh0ynjXGY+gmg5z0LEaAmA2CjpUSCyhMwZk9WSH4FgBAREw2SblY9e/ok64PuoNSiKVw0cZ03mec0ktNW7K3/i6/xc1j+Fp730UCWCrxIFXbAXafmIuaJNzEmQzJJRD7AyDhEz/GY1oAdXTfh0uokwmg8gcGDAWN4sW0OlBIKDlM4siTeIzTNnEEIIozEjqI5oDk3k1rCCJB0meKTWSkTOhu8F6WR5YIRChDEDaAJchJ+Z8shkTup7/CfLp66UyOJVIySYYQnQV0p4cJAWsbnSOgnegq3lBNpWS3f75pGMmC90tt+bFN4SgxGYbgJeUqSwIpkndG7qwUyyBJjOMC03TuFONjoSCa1VKHF+tZ+I9Onpr8BHSamURfipFm5FTI5l2QAJlaTeYPEIEgxdgMzlxQBOyCBBGpC623pZFBSADgOBfl5qLOjmQHdO1PtpsDJmbA2lswsOaPA24AqA2CbYing0z4CIE3CAeqvuSStX4Tqmfqggo7tKOXdz0KQJIx2UJLsNQHZyOdGr47mDPLDzWOep+lJh4ovRIqAZW1LwPKJpwdb1p/E6Ue7T1fU91/TNY9nX0PjJIVcQ7M6BldDmClwnBsObp1YZiJq79kEQ5JYxMBOKfj4kJ4BBHByTaoX1wUtjBW8CUssRTwsKgOEahJaZop9h639/f2Z9FFnzUz/wC4CjWCLmEdWhwgnolBbBCnK2qI/wAAiPsJ8RxUi0JiwQYO68S6VfzAMol8oD9603rWURoUOCpWAzYpsQlAltpDEqjauOEKsxEej78/Ff32SHJeGzswDQSjh5CyOojRBozYg1MiL2stOtuJhN4EjEsjom1KGQSDg/uowEZCCRKWocYElcOUkmmpDh46p3IVqUrElxSoUWvcksxJmn1ff09NPWPcxkjsBITxUAxZBgKxMxgetLnExYUaDonLfgmKApAuhG7cwUIlWgciBpOVqUqQ0DCJpmI2CkpCu0O4DDGsE0WbrzltBKOU52KLfYUocItFNKJex4odE0dPS1DeNdvVYzT6Xu6sYhfgJGUWm88wBYAs3hgJMrmgwfIRXuVfoGlnlq9uZB4SP3WfdOHZyb2HZqenSnByt2WVdWdGstbDkadavIKSXrGKCAA/+viipHh7QCWldN4F+jLKAFxMFgqMlAmI8aDYQH3UCJYmQDumDrJ6Yp7uNBEJBdAWQApoyCBkSCpLCEcUNnZBdiESyEgsGLyUQtAACYRL/re2Kj4n3CpVopFkDJGSdqbIYjJpFygIdTOkUShgUDVvJPdDpUqwRitiC7pJYFm9SaYnME2m1s705ExRiigI4io5gDwLBt2/NNESIRtceTwYpiogJsCpJIMzOtH7DbCB7DJ/An4RCMU/JKBLjQaq3BvhYfkJywOxjI8M6VONxbk4klrIWwlM0gxbLdbb710lApRg0OYEXDQrtMDyrgTIyxq0bOBABABp7vHsfkUwTXQCMJcb5pFAg84hiCNCSdqE3mHERtUMDAcvMul2WuaVE6SAqFoArXCJ5Us0U5AshdSUTRwBUIA1VobeYDZLNCj+kkA7ogSTE2KwGhABAVNImQkjl4JqcAFCMpF01Z601CiSYdKWNKdaOGOM08oXKnCopDESFTd3dVVurWff0wWzEO3TTWpLSmv/AGoHUK8QXYFlttNFCAYbhzHPFGiJS8b0SfE8uJbqFjVPFJrGsZUKOgTpHwHx6+j/ADsfAUky6UR901wa1Ihn6iWYNgwgd6OGCqEqkLfU8NO2Me1okybp4aCRDFuqAMgwLKL0KKLIw5lbEm0CXNVJMWUTDgTbMTNJtDKVAiu8fwD3FlFEMyhJGM1iAtQBenssk9RQM++SrHIRhvet8tuxIajyCNyjKFAiBu61KAQJz6A3alpFmo1EYRKfJjYgEgsuUiWEwTXA90fF192vsMgRIRJE2q4NI2rYGgShoibUEftsxEIQRh7UVBDANdB2x2KgetCLjDxSZK8rZYDuBT/yJNxJPbHt19Zrv8IbuFvIGoiUbNPGNvJPUbKXgJLTTc0XyIESOYLTqZKdiEI2cQqi8IXTBQKpOVxTGtSpGRNSrM/t2ukjoUvQiOiMkJgtJMTKbVhU03KMeWkYhfzbxRYimY9DGGVsaq6Aula6jlicm3hyarp5NRkRc8FvmMZoVV1NSeaNAoUiEpcf8c0FiCQ7gvLvtzUDJHDobP2UODUgiYCSl4kATM1iG9bO5FkItFNWTHr3+Lt8Efyo9H1n2tjMUvzc8TyI4UubeG6NBaobCwdmR0KcYUFUQETwTjig5EhEzGXu2DrxSHp4EEvoAvTGk1kR6BQprIxVu2R45M2bLBYCih6REYfCCwWKn6ffo5hEqTIJc09I9O9P8EWl80SkjuESGIkghrDFILMjUTnWb6NX3FSaEhWLYKgQTemQyFk1pStQIAwgpTclkIi6B0g7wrFj3R8r72xLQkHgTaoNiLOqy0gYxYZLIEdbBQwuCUYeaPFHLhBdJDI60H6CMhIAIMNYYsQyLrMFmBTajBAAGANPbr8dj3X9CG+Luhl2CWkuZpbJZpSbmCSqLAC4oBk8QwWvBKfMoYEOsJULYGYSdr/VQcmJE3gVLEUt/EEnsAapsVO8keywag5MJmIU6gPu0kUGGhqqyH8KRyl1vTqpfEf7KvHeWDEncxQgBmgFsR2ovhn1JE2jiorpK6ioyXsmig7AI4pe8btdRMuuWkEm9Aes8DC6B90ZJIkj6X9vT5H+Rp6x6nuDAU7weqqYqcYlsh0UGMSRBsHHbNDNJOIJ4QBAGVpgcKASMtiWNVyE2qwQwjOzYYZWnMtJ1pKXe+tFIIhXOjIQlsEsLT0jMCIMoXUqq5X3Y9O/tfiMjUogsXbEZaEUQ8QwMzLMq4p5Mtzl1qHPEIyXFCUpREuByqYFy/NS1RMZfZUjmGoGRAkIAAEmgC38lQTS+tJxGsQmR1RakBFZSAoGcEA2Q5oggCag5gZEjcEaITWRJFuTsdLmoUZwNRhpwhu2BVNeKJaMe2P4rixlpyJ2HMnQ7QWEEJNNoWnGABd1bXOk1cmGIjSniB3OZ4EHVUSBIGBsRpRB64KXX86o/FNyg0WeGpSbhQ6pQm5DWFDH3U1jSmTvcWvELxs08ckG1qGgrKZQogLgsqxTJCcqhf7WkIvYHg+QHvTBmLkSZJ1hg2SmX5oI3ZtrQ2E6RE0ZnMXiDoWTli3yP8c+KfhPR44CEguPIg9qhcTCAgIJUa46LG0uBBYVieRZRNR4oY/3YdbEiCqEb3ogBBgyBJiN6Kyhs1Yk4E2AEoAaUh4hjBBYiAg3EtToEFJhk/jCs25ukTl4L1O0ZtLBy3OJQYmZFzGiM6EBcoU1E3YGUIeHccgslyoT1mulT+CBlw3SpDg0oILfwH3R6rRwRkgk6hbqRUu6IgdfGOgTzV4zgHuqt3q0I9xobyMNqc3LJWfPAB4G9XxhsiHRNRNEuULUAXdNOkLjJgZXAKFbmU1q7XPW1DPX2Hsj07fMOHJJ7h14zUNBw5NjjS3cbFpqSPMLiR+S50eX5owgdlxwCUjkpiNNi8tuytzFTRzdBJzYYqESzUB0bzJmFmUCroL2WZJ9VWvAFOzaiNQl2HAZtp9UIKQwOaC6NIJNy8ntVuinoLWkAxA9SGz+aQuWytJ2pSu6hfLSA466Orgoqr4W7c315aVM/BMvJcGm73pLJbLlltuRXs1KnMICY0LZV0NCxSFFeAIRMIjP1RIgQBoHqfwH45NyhECKZBxTAxUgyDlERFkM6iXmyVYteQW68kUM29MU/BPufYxrSDWBeG4AIGyLU+k+oanOWEGEAxGasIENNze8TNOchlCXc2idGocaiUimzIVCTk4WY3SPqisOqAlHAAzBK6ZpADTZCz8kT/EP50J3gXWIpyJjMMG4HzHpTQ+mX6AwOAUjiykiNId7qUmZTXEPBK6tH7jFYOxQRMiSI0+5EmTZbNXZ1FEmkMuXD0DE6QdKjyyhHO/hO8UXLex9H4n3gHWlegJGD0ASXWbwUxCMrDLkau7NaMbAxjG2ZGdo+jBgzMD8lqyEkKuTxUWjhBsFsjpCTO9EGlELCAckQbKmGE7tywyV+63OlHxXVJLuOFC2NDingsycC0tgH6kxWO8kSEnTp69P4TTqPgASqtgqNgLdq3/QjlUjWmeVxkOxPNGwYbOKzkcarVbhkclqHAi4kb7l/azooW5cYZhm2S+IOtJttpJMm3E9Jmsgrrcw1ECBCK9ylDCoViSuIx3NSiHD6wIAWWLvpKyGGGGYdqAve3waQDRWTolwaGEbHOSNvuNQpg/7oPxqPUNn6E0wP8CPgpA1GIO9/wAeaW25GH1oNnACo+cEJbIWi6ZW7LTi1QDxADxMe6fln0PiUnA5uGqNqU2wYsZAIdp5qCtw0zt7QMSyBGIboqeEMDSfDuBBzTX5YybAgTAAYE2VWpPzXABLWKmYSrTAU9DAwj0u1nPgjSJIMNrI/I+6YqyqpEX0GXsUaUZF+tDLtRv1ixBMiwyMDBN4rVhZKWV4ylwjBTPqL6zommnDjbIBFYTIk0cKaMntFq9tpNLuDmF/RQCABsfw+lbY0IUyNiV0jWkrlV5bdVP0YxRNz4ASyp2LpmMVApjwJMnaP9mrF5cUEIk73oO5SvgvkLJQyMMu8HLpQ5ulX54SQACHAIixe7S1o0GEbwScnRSGThsrFe+um9W0cnAoJwGZRZmSMUY+fNR7pC4U2STtL2VCM3OVb0AGIlwmpoIYEC8si/Z33aSnBEYHYq+SxoP+figqhwxjipuRyYl+xZ8dqJt4KUUE+4qfJWu7YbZlVjICdzcTf+qILCk7o8Dz/iK5RlZxoXky6EeQKtELZCEOv+ih1gIBQZvvN7+ZqWbSxsw60XAoNI0pEGV7RiQ0Sya0/K4RCOhetk0SiUyhGhGbzEQml7VoB8DTPakCIWBMiaJ91fosjAK2dJSe9PosCtKeGQzkkmndGnoWBdDjXio5q8vpgYdzZ5KFrgjsCZPtQA4pIGBQOr0oGYUEPsFqBtBRFbUhB5bVbzMF2BahsIkzF0ZKaQchbHLY/wBtRWf4rU1JSkIf4JaGYHdj+yhZA4vwqSlH/lG8gKowgrzhmBUuxUtSIBtDlo4XppGQXeErmS2Bd21qS5nDSZHWYxrZmoh+2kZlGrT1y2EFna5QGgYNTECaOjQjCuC+YTNIVRkHRLfF193SljgagH+xrR04kIb5iSyBJJLRp5J2Th5cMcUuOGwQb7h/dKDyIRcmRnm7RHKHUjJvQqD6kGQrL0A7UFGADmt63uowTNl0yRjeREDecOjQZJ0/iNi2avGoZsq58zFABUYEIj+vzRQEUKZ3I/0+aIdBrmYfkjHamtAhjrt91MAG5DZCPRxwlHb8Igs19zQIrkT7R05MNQq1rGpAuwwOWgSGQcFJHWSiShQRhaL6Papwzo/K/A4qWDlYCcGYl9yn7lDL/rVhASNiaQLAZAfmlZ0sI9cfqhM7yUoVW8uNf2KJsJOo3Wj+6lsDYDRD7/YUiBwflwdwTvRoXIJZKQdIKZ5t2cjTx9qul7D5743+ai6DvUhNgvIldDB04pYVgIZRQS9EkGI3etKEM2N2b/7mjZKBCJqc4GFtaKRKrPWp0ChYgtNCGAsR/wCVPqbgw7ZpSvsXMeftRg9NElej/wBq7aQHIUAYCo9JLIELLU2VO/OS496PlrZG/MVOOOQTxOr0pVfKQEATvSoKxTqun+vegGbpjSaSJ1Aky5exbv1o93etPmeaWXjAmXn7CKDtLIi7pes1ZFsyfwA4paQMh806kKQi2HxTiH3JW4SpURjevEKW0DNSeipUwB6yajNAXvDeUwCAnO/1UClpTP8A06U5wtYIbSWVecrxJehiIKROIgZcbLvLUKgLwHcxtBHmGkWmLW5Ci7EjqxvRo0ANSgibo8cWKhJ2SB4OTKLychRowTQOH50C7FG8DoUiKU3AjGqpJJWxMf8AXdf+UhWnFk6M6I33tUpkMCF1e2mJ4mkDeZPBcsvGelq5btS7AZxhhfuksndpGRas4Gs8NTl+2opgaQZXVV2p5Et5DG4BTVM5qI9QO6YRzExqIjzn3T8GPaZlhDpQmxhVcAtNki0Nk8J3vnWmjyLpdAGs2qZlbFV4pELLE2giOzUJTMoOuhPW/wB0OCvhYGJ4cPahkBEDCCPSG9JOYwf88lAbiYRYoXmE7VbUDh1L9T5rNYncSH7pfZQNwCfn2qRtUz7r+nX0ePTp6vDm9RtlYC0OAAaVOw9OalpIEhAnNTMMM1hlzDzesSYMYxNRG4AozRCOxtbOv90SGl42TCOqfdTKLgG6FACKROJv0rzSs0LggAXlB1aKEc/DNW9j7FAltRvA9mSQ95AbE7VKLnJLjihJghZst/6UJUskww1G4CA90/4tIWxHxmWg4sBkMy/6adGwMhvfpUVkMYqQQEYvahDLyMJi1RwsxyQx+aDZU1OKqYNTUqAzBnK/+UVNEAZoW1oEO5upmV5SCtgHBkd6unNgxP8Az660EGXqB3d6j5awFzqpfKKAt3b/AHgoEAoA0PU9dKPmuEAbsIuulGZjgTxGxjcd2mr7fOd0udWmYmQKSPH6qBbiYoH/AHegC8Goyg8U9E7701AgDgCQ+nxTVgFlAUPIGyHQOafwc8IMADfTiKCcNholGeHLaafZBXhxfFbZTJjbcgzGBBzSNg28SYJbXYCeaU5OJIUEoSySzgOaUGmPZAWFbfiobwsBNBSSxW4mw1LDgBE5bALan5WprEcSFQd0AwZULZpE7GsZwGLq76UxEi6CLadWkFGwsOId5+pog5JnUiyTsv6oqBJlf8YApCcItykmV1d3imw5sOv7f8tOS8QhCP0IoSGBZsQepI0zBFDqiu0edK3f4X2T7VBT1HOYZMbyXgOagxzYpL/tqnmchcYdl/2tBJW0t0PGnf8AFFrcUVgruWzekxJEBMEbZrMt1yQiNkPLRIJ42AcvEsPRrVHHzgB+lUEDPpCL7FGckOaqHvDSIllKxLa/FIjHBDIIeREelS+lqgLKSARvhIA7oovB6BmIhlapmABDaIraxwRSQAIrC4XQpCmip7T4Fgp5sFSvB2GGHPCrYcCIMBTxARoZDpQAIhwaUSBMmDdrjS7fmpQBeNCjS6Zc1/sro07FFxc/vx7VMAR20FWglV7H9b7pwixYZwx4qU9ZnZD6f4Gvpewu1ALI0HgAiOjU/lkknam3UrRp/pKY5D7dfNMJhh4F60I2O99tl/FBJJey4/5/yoMyA3ib7xTgILP3Sxk2Mf76puSFzxbFTNhULXE7K8tBeIqURmyGQdXtRzMpX7NLloUSnSxSfNZ2ZLKhZMFsUpuzTxKNeZ3qwFzhlaHRU6I8f8qC9DYH7afhW7GXq5aNZfko1YMLg56+yffHrio9ygS1ARGAB0+ODdpNEhYl6baC7q0jzSmp0pC0hLuDg13baNECWFAAZhwG+6xS4Ddine6OzVxONWJ+IPqp+2UBITZMjxSmEov3KIdlqCiNuSdqA5/vSyRipUyLsyAGwDGhTXJgkLs9S9py0Xw4ADCAwSY2IqfI4OCGUIA4EKDRcFA4APWkDdkBbSAXFcSy6bYOTeifMvISGrxelXQnUXHUatGL5+O/qlK2kH5dA1YKcSJmBsJjWXbBSujl3LxBpvUN6VRWf6/9qJEe0o6jBREJCTgCSumt6jxy84Gx9E96MZJ4hJeDPDDtUkLlR1EKs1vcAtfikXcosN7TVmhHjJf7Vh9cVn5gcMveMDlYDlpvS6u2geBB2qMJZXz/AKaaIgDDFpsZ7FNgmBuzG0aHFQYptmJseLzFKnUBbNUJk8zfYp4utnuL9XV7jS8EwxktaaTHknVtwcBEzU4PBhBOled4oh0t8ASJZGC9Nk4V4JaCIQJqXTdRan0mrPkPQNVYA1UKWyAikXInUkzunQqKAHOmaebp4GQXL82dxg3oJdz8rb3LQASrTxI0rXJ0TddaiRGncdjbShw65gp2iRrNNEvdppBOS5qCSCW1GXJLDvTqDHlosTomej6qX43XAn7mtvy3QR9KgGlpLV1/DMXPu/D5H3FC/b0+AnsqXYo3mVN3lzPWkXYTIfdGxVCReLEUkpChsYprQwSoW8ExbXim4CmPuKczYIUyvECrFaRsi+27RASJQJwUDCFpMTn2nappJxSyQAKBErcQvT1qCzMGuPqozHghbME0KUaEQYdSBOm1a176VHrFgwJ0oCUJ7Onwx8KwUhTQENnCeOosiaZK3Mr7i7aVCyzF/wBFZi1v0g90HQaDPLFveZepMUcqFFLWHYb4GxiWYJP7M52O9ABDEWOCkULFQhEvUidzWiQRUNhbZ+5pTZNgQJI8vlTxVUTrEl1s+afrRRK8++STUq0AxhiGwgTmFGGKJrVklG4S64jilZNsMS7g2UYYdql4DapkOSuoVJ4oECssYtYFKcCdJAiPMG6xgSWIGNqOPa/CotMLimaGx/2TW36KSBhfFp7Ze/mm8gtwBO16RCQ0CAgecBzT0yKyTuuoa7daB+IJC2R8umAo52NsGWcDUjHepyK1ZMxYvWB9VbuOrgkh7FHSrKO7f2p4yTEXmTjuVAPDMxsOYPs1h/gRS2ow+wjehOsmltgE2CCr5Jwsh0Tjq0CovLKMWj6pFUhbi6D+fFAsDBbS/RPmleCekUkai69Wls3UMO3NJAyvqf3VvREGEYVqmQdaLJYVYYYbBI4ChFVEgHB/VNPIjvKT/OaTBalYtnaiF7Ztieoubk3TQk2J5ySZ8jrPFHF4UGqgyS6CG1DEA9LVQKwlFzZdU+6fTvR6qBLTQtMRv+USDq7VaAFW24qeZ3Ajy3xQsSksMdqQkia9QhUgihSCJJ160jVYWSY1oEgzEM0gFMMoampRRXK4/uo8ePbJ+xSSpIC+4qJyEbiFU6tVgkx/AdyrMA4jZM8BHdqMoqAdOm3FJLA05tzvalda5w70s7cj+6AQyeGaG1wCZdf+0aWLFk6THVpAATCsXKMEhBdaOLJLBzSTy5cd4qUoSiYuYdGKCXRFILwlCqJFiUAtJhXIDFNCWRdlZzQe3rcYGACS9KF0VFYzcSZLQIRtUF0BJSNm5vrmp9FyG0SozAEqQniKPqBY+XHvKQErRA6I06IOILDQZRBUQzQBWXnLuc0TIGAYOxwfdI9DIFzLafLUkLXbVlC+CoCzCgZEPvAL/tGtpwBq2OChWAhXx+go/XIP/YjPK1IDIDQsQdZSnLNqHSQX7fDR+MTiK7UHbsJb9H4o98mfuqvTYFEMw8FOKMREgsuEAOtpeJKU2uGbUF19GsUpgqXsgEyLaEG7VwL2kAUDsveNqlSvSQwgk+fni9Uv03uGnqilmQFO7XUVlQ3vSEMNgpehVwDIMJ0MFMUUB5WwN368UIzWClvP+as1Zi5ACDpFCFZkb7mhiBKNVT/z/wBrWSGlClOLEHQIqwBqExH7CjEAsG8p7Sd6xH8EdEMeAuq6AVMOngB0jaEhtdzRLVQLHqQHapKSpGOxuTQJdkLLb+nNO6Sl6s1ZuO6s/wBdqYMxjCctLaUxhvzSNHS5VAO5XSaFYH6osMP1lx1i76bqSOSytA/ZQUjPWxMtW3rNvGAyAp1gaOexSQJIla+EwDI8zHuXCqcZC/2JMEInOXLSoCzClrc9UeKCsh5BILUZQd0tpo4H4sOx3m+ua6fE+jiB1q42Cbjt7/xBUOMk6QR0muAXv5p5MDNOTM1DcSwUIExEGI3TS9mZiw/ujJKtw+hovAWnhmRzF/3aBE9W0jDMmzfrNIY3SydV1KpnGnBKIDYsI1PIZSvAonmgzcUEcJllWVO4GfJbI6iajc+Hp7orCUISpYA1TAFATqUyiw7AG1qMRAZHX91bMtmBlW99KNFyDlVHB2q2MhPLmoAkINPNRZuhg3dul6ZBlLtkRTKKDsVsG3WgW4QZ0moCCAnnpRk3Ax5qcjGEiaILDwwKUcplIJAbw1MdV5mJz1yG1BJc8hoUey4MSigoSIC5EdqfVpBxkhdoOWCkaTTnAJ5fPp6z6d/cCumuU8oLoGtPAt6k5+qrcBFOJEodEWf1OJ3oKLelv+VKKxnjYZfs+qIHJnzav5XiWkHCEhe677Y2AqDAxWr/AEffanK8YnpW7sHmprYl+C/5qeePBtIteH71O7GQurLvYXutqJxaAjGK2IBSb+VQAZmEW60/BxBFzN1kQMWnam0WzSkuCiopJJGjeA6U1110XJ0aMZYHIuNEJZVJSpipI+Gs0EBSAbl4p6utjl9yDJDaaAQIOPkPQD2ySGYu9aZwk21RRh1Y9ppQtEzdQaXLx4KCLRAVu17eYpaClVw3eZIp7gLa+97rS1GJKiI3k1kouXcGDfSYKPFzIbEObnYoJkn0v+68FGzEw5uY+goRsYS/FPYEBTZf+UE9t5skv1KVxt7j4zwoW6ngaiiRjNSwdp++lIgiMt3f1VrrKX7iVPyQMDZMplkuTiLVaTMWLYHv+KBpl9VP7wDADKaBvSdwWFP0T3UN6loyyGxoWWYZYmiwAaIukhB3asdpfgNQsFXWBG9IlIsOUZ+6GqRBIIjLtSnEbGAFtzGiwa0kEyUigRlsb0TeCG22c5UQvAF1o+XAm9sCSU+qYUIck1BnYyBuZ5LfIEEogCBLRmVm5Qgv8b6I/CX7/wBkPapmSA1F570ioUwSRwKjElvCzSatwXHJaTe+IWnQjUtQxoRvFAwIYj9BRjC5/oUrwXVv1QgEE8ppXAIDfpLTfwv83pGpxYnSMYVpmGgRBn5pZRoGbJQ3249v7q6EJbVoOB2sxMEXoRJ9Y+NxW7t9oEabEk7wa1fxjfJUxbmkl3CQv7pBhQMI6UY/QiYQk6XFl2UShedyrngpbF8A5qEYS3Yn/NanARKtTsRjbzVyfEi+VmVP9rUBgSsDFXSgwoqU2l3M0eTnUBgAoOXNWsIC3Y3w7RUtwXqmAzUazqqWPUqRJLxxShG0iMBi6clPk5JBCMiaKZzTNqMTHx5+E9pCXGtA2XBYvi6gFrlEkVjc9401fUHegkp4dNFkMzmiFbQ9tEqcPdTIWKTnGj3Pw700MlDrkH0QeWk4LJrq2oAQdP8Ayr7gxaWL/jFGfTBrhuqgbtqU8Rw/h4sOxpYRII5UyDyt2orykFJumEIzGKCivFLIEW+b3HC8U/4kBGJ6wqmwaAUUZPCbMkGCBQVQPwuCWCRW5VmxemZEOpER3GlYsOAZd5VDuBIE0EHPwntbE0x0Jeb43b6VM5WNEAk6dIpxDQQ5LQ7NLp+CrTbMRHCUUn4LbPWbseKGYQR06/1UGIaKDxQBANypOyH7qZOSioc/9KkkATkXSEO9RhbcT0bm5rm1Jw9LznDFm5kpZWzZIKBjVtRE46LcbWebdynBFoM2K/c/wHDUwg2FhL+oE5eaJsPSgan0SwELBpBgpEmMBoUFlLYY20KJgKTlbAIx1WwCuKSXARgSEiC8E2R1KN8ibCngYtK3ehQvygATZHJU0ZZZ0JIO6UUQkgAF7RB48KQ4tHwrMoSMFhiiBZZypf6qExBFxEUkESROhe/XNCuUg4vi7/oqYp9BRCgF4UF3TeiJMBoiWAKMIyikY+CckB3kXmgAAHu7+h7rZCdufCB2rJAMByeSjHVqE46j904U+8H4v3SZXTuTSfLflJtTiSLEBbvFZM3CSmxem/zbrAhpSl5EGCQxUoRK6DrB0A2qHB5G4xS2s7EVCUwSXbkbJNMKYf1P7qa3pHfef6oFluwxPelsTlZkSJuJOlRhp47bgbO5pWfQp+KcWzQRQItuXtpvr6HFO0A3DdqyFrQv450owAVwBvikv+KJCCeWBMYHrQiupJhT6HYoaEkAlnigK8WAXloCBAY8n+80gQpA0t42KkSsmAx/jFTSQMZ6VOSyWwaWpeSO299w6CrSK2m74pYdEGDa/wCip8Xw3IpcJMCzxROxhmx5AHag6X9VJVVdVVXr/KMRGC0t7UvERZQUEDw1AgOi3BYrCalEm5aTQiRRUDs2tUHRGCBcRB7VIqoiTFyl4BQ2tROhZ85EdUVXSd6FiAABgKY6HzyweUqfWxyCAunbLQ6CFV04MCzHdJiClMAAlhoN1cvjFTgyAJWWDV444obFpRZnyYLsVxYSuXKFzcmef6U04UGTs6iA6DMtMVIZsAsWtBeAtRg2KoVRuRJ2pRJBTE6fD29xV5FRv7L2tY+4KKGwbsgKPr7orSai4cxarriA68YtofsnWmdW8isCEHQmO1DaUlmrNp/qmgPVYoEgsGUMxiroxQAYAfzQtfyGjooIgnXmhIbFyuTGRiUWSDc18tAzrTQX8mGxUd6RBEoRDepuulTgmVvcR1Qxa7E0S9D2dPi0HT/H6RuJcay7FuAdosHpHBptiQi3kYTvQPcpAxeiwiDAl05dL3p4yWQBdwEO7QWEJiVfQgcBU9YctR8o0mP+1nrUmBhRUHkgzUvIUsJ0rJpZvETFdTLFocX1U/tmjVir007UBbW8jUy+qekLATe9Cyt0Zt/uaLHIBgUoxLdbc0cwxQqTO5EAO21oQD5xJbNFNjMWIucFHXlUttiyeRrGOXFGrxxiuIyPRCjBRltit2g0ixUhcBNeSo+ygEErprAfMyz/AMpDWLJsgq0dYkbmBJEzRAAWGwzYcSfhUdJ2At0G7GaVngEcx1AH/Uv+aQtJBPXehEqdpwTzP+vUpUk5nZQ0h5CNawn5HNI/NFCUskSkakX6MJURhUE4xN/NSFCsyvH/AGiERJCQLYMn+mhd4gBqQTIoW5hogATZYVOhZKQXEoC0uKS6bcVhwSHVQ4whmVs70liZGGDahUJtLoUjbLB1imSl4XA5CPJro0pqy43kS2au2tTETdR66D1uRQBj2vwZ+cYQ5CGaF+UtTwi6bqxK5/00AGIJGVBa1jNHskAdtrM3sjrFQkPg0NozpCkfMKS2YFtCLaFAhA4DY4q45l1oLTkLfD9p4pO0WRzD0saSdShBSEEgANIMBtQYSBthNts0NdhaMmMhEm5qm5KL2tS9ifGBl5YRkRqDQygZeZBFqp80JT0kIwbRZKEHCWcLvgigfBIIuD/BAce7RC/FJ6b/AEshnaQ7VZGGI3/sIqPSV6CSHMdJ/FYMQWQyNtaEqgChiZP9Ug0QL0Em7g6LOKIhQkgSME88VDKC9gf8qQWJGloqVS2S86ZqC6bUFS2utcciBxwMBxBe9SpC7mAQC70cgyl66Ggf1SldMM96MEQ3nRWznJAkifwVXaAUyYcMbUxvFBIIUIgbMKSXqGOJCBF4ji3FzSoGWkLFtH/N6mk5RwwRsmKLB90y3sCwDXV2KEZtwP8AVP1kvB/AoQuzvBpZYtVzMQYVAnRixzRMWHWIvBB0uUoRdLp/suqIFchgGUQNkJOcVFEyvBnAwol5gwIahN5VSpeBkebzcUPDBoBYA0PR9r8Tb1kMvI8qE6U/IFxBqOIIOtMyQXJbUsmxzouyUNZfAIKAS7A7nNR2X4IqRzAHsv7oYmwPtpO92YQGDxQASNrn6qNzLAGeli80FUSCmyh+VOHMkRNv9FMgqWHsShSWSTkrQFIkDmpQURUIMGsYaaRGH374O9CG7Uh/fyxEg7k1OIK4RuyWZ4LJMXpZJyoIx3D9VIboLD6z80K9ZyKgXIDWzwBFk7AdpURAByt9L0MAJuR3pABZNlehNSFUIQhDQhtrNkfeKRJCEWTfeim53a4hySUreHqDBk8yU1PpJC5gv/F6/A2FqfSeQAoEnRc1tsISmPafv/FGQYl0CcxzEeat2isDMIULN0ztTMaMDGbk4kYdV0oFyrUWBZiKOToYHCdrUvLchCAZiPxRWaDJGDG4mF4Au0s+4tfSyJGhsBtWHYpUBGZWRzInBRG9K8BzBK5C7QUbLxm5r9XoUSEKcEejZpV1JDuzr1V8m7SeCSNxyHUufupMC4jEq8fRT5AIereamH8ARBmV8m+iiJUhZk0vtQ5wq5ErnyV06E7uNo/VWKqJpBd0dznzUYLJZZQiU0Yj80lkBIKFb5Bm0WtimJBVKRBbTE6vLTkIJNj7pFVrhxSVWJEs66ul6bDzzZYM8FxRmUupKf2qCFy4JZA8wPSpFEAEiT9to7VloJMsaS6JvFNtDG7z182L0b1Hvt8GR5LoXotKcE6SG0A6eamUhdTCGg7iA2mkB28pYoT6FrxKUUNY7kcVIZo2ZY4at8pUQjuUxcYhhE2ZXWKESGTBnQds9Yp4BABKUhnkikZyxihnQoSbEQZieQm4Bu7DUF4HBRlBoSvqzFSRIqyzGPGVqLHrPq/HFdKmm5SGqHsiZm2br0XigSbtKxKLgbN+anJskQosgYkRBhokJRIQhB2AA8aUOngUqhi9H7aMgbKjZxgRBgURpdgsN4Jzp2pRe2JFHYy3oCQ9J24ut4q9o3vlf1QkoyiDeD+qGcAjMrkd02MZLTCrywQhVtMSM0OyUXtJzO1TED3AuddXch3oZPf39ySQlNsRFF1NJTR2ttACxElcQRl8qzijIhE3Wjeo4+qhzGQJSXzpig9NWQicYpYX2Qruq82ZpczL5LqkgDA0j/2pLRtwiINVIG08UB4QBmAseyK7esek/Oe20KA5QMcxMkBLHLMNEKmqFdT/ABaQGXQckBbJakoM05qGXos+KAAviI2tpb4tTO25hAusZJihyObJtBbz3LdKbiwnhclXFrN7hUiIyYiMTIgAYbreoVDTjwNy6hEJzdKTG64HquCCyZid6EACIxWCgIiNTgDsTvSsFwC6Avus7AUAKSxvXf8AL4o0CZ+xN+S9Cw3FZEjvRhhaKQi/z2tM1e6iU60+SsQSpaOwGZ5fw0fwyNESPkKugE4wAuJ707JWAMDSzremYYQXGAX6rzQzfFuvU4gph0psEVwJl2oYyS5izuGkVcRZDgcL2k7VGoOwCi8RDtQuyLJvAv6aYurLRECbAhwGtCTEkGCBMDrae1Q2xuZXm0WfxUmKkMmLi0yA9HehpEekQkR2T5wFAEI6lLIuGIo2wJJIUIaWKYgPsODIPLUTVLgAdlGCpFzvVikgJDNF5kO1HkheRxAT/VbV4ml43YOlL42k8xS203YjmagIFvqJdaMgy2cIi9qNLElFS5OtDZFpCsM9G9Tr57W4/c+akJskm0Z96D+D09SkjAlTxQViDwQNiE7m3JUwp0IyUoPuBPwqz4SqA0d3cE2Ym9S7NIbxMqId2r7vyw7iMU4YRUFOl6Ms0oJFHyTKBKEWNp3obDgIIY4Tahlrr+39UwgIIcxQAojAmZFOmkfUb9jh0eikAlXLu0xB2lDLNkJg7tqcYvxSQSTGQQXAWgbaPJYRPgn3rI6QjfG26slmh3CLxKCgyiFereQJw8CMVAISU30L3kg0SwQ1hYRbwXOaAYILqUxbMWyUO5madmFuFHijwC+b2BnwUJPEDvSSoIFukw9WlkFchVmd2Vthox6Pvz/FMhT8g3BqFTxUVElKTBWI2s1riNwLItJRu2OtEHzUMi7InFD4iIzbBae1Zzzho4hR70SqUmLd4JBHaDlhTrGVJogOohlwUhCJjRHMwuYxtRFKOOgXBcgSZKDKSSVXLrpu1NShqOg2CVSEG98rVOjFpxErqql9XxSp5G6lcejpS8gldIdSCx5tV4IxyRQTKREXkotL6bICdxf5zCPPwBK+KkOI1honGMTxNM/QpCbhafVBYi9vofqoVSvbLLBOkYKfLoJ67scM4mlS+MYxNhKUiARWKZyl5rFBIvKxWAA0ZelSSgEgjN8J+ZetYErWZbT8lD+MErQudCY7VCeQR1wH5mtuPoEOEgJ0qBtGMDT/AAkmlZDosZQNL7fjpUkNxJg4RJ+GpQrtzZZOtx8cvY/G4KVypGA3itLBgWxNOTgJuRAD/FqY2U8TgMmpxeJpsgUntyGTDAKhEpQ9yTF1qKDUSmULUJq3U31qTNqzvqvrMguhQDLmETo0jmlFkMYmBv8AEEd6MJZAxlBKW5o1P4iKSosWTacRLU+DIllVkdjGCpHkJY/zvWn8WM0oSaXH7qy1LPAkmYSDGialEuCLE3V0P6rQ05yDAJtuGDcYqEdtrsiNzLMMWILU2QkYoFs6IclMOInRbQjAEFzdmihBbDVEQRpJ/NJWNO0v3RPaFpQBggV6lSoyhVHYs/dJwmVdamaNkyrIlXsct7HP4HRfM1PdDKDkMAFGJG1EYrAtGsVZ+xMMg6e7k5hvV5zQlAMIXBERuJ7Z9ke0QitI6QctsKwtks6IFBwcSWhvOujFtRniEqwGq0fZm3W/ZAmgtuINKRryOpQMmgghzZOPIoLVslK7SvhVB0jMRYZbYmgyR3RqoaoQWNYowe1+Lv7j3PrCKFpCkYsfcndUM2DdVMzEvKE+a108hYBx9nimEp0OYMBsT4pkT1g7PID7q4AoAHAtTfExQEggGJLFs2dGn0WvxTHbfdYpCAECRHSzovTD9JhOK4EyI41oVVcIABJow+jbNKaFlIEqv/R0pEsN2KIU/GjrLRnZPZneN7wnFLAKCm2kljUF0tVkS69omZFjWCl8JHY4gEgjzUkH3ntfSe4CgEQimJJJ0maAMoSvEDubM4ktVwc+XGYVylQYbBhpOMGLYLLETONqc5BNoImHLrQSZBLO0kyHENQVXAAdClh62KViFhNGS+lHE3cLlAStoBMnFJb3s2FjeldvFRY3utnrS6RbsRAM9/BU/wCJTyLxDQLlXN3JDKHLj7Nav2CVuGRl052aQgkHoQM8o8EXpGqgViqJmgoMMNSKn8xm2U0IRA1iV7UNKpDZuBfMTxNWUpUBLpIXMRgokQOBTfkOaJeQJi2CbzZbNR5igIi8CJCjVnUkMkNiImL3o1gvWcCstJNiDgtE3V7d6SlS+gYXiDvVzXQgI4P3acU+UBT3A/OaE1Ng3wfu9IFIhr3/AKmjHs6+vf5kodPk1OjDRWPQNnIEJ6sUmmL7CNsEsUsAYLqCyV4SwYkN6hILN7f7PFBCGHmorqvxaXJhIlHXDei4inBxBlZLL11oKIU4EFZzps0Ik7UEfSjYgk9S4nNO98CK3kLGyTFFLNKSLAZKsAqHI5zACeSonNGyAA5Eww6lERY64eUFiWNJHSjJ9Rss7wgwjBzRDCggX2bXkZTJamMYD5vAXtXMeufjE1OZQTORHIUHp7rElvDEeGgwJUMnYO10+s0OICANLmI4ilNQibZV3f6psl5gHed6DJcWEJ2/7zS4wiW0zob2qERZIYCB9Hxd/ZPzqQQIAZVbBR4DoBDEklco6s0plMQwjAtAkNP0NPIeIaiKJqLSLzAMAEutf1DDUogJcG8M3dNKbolhmFzuH3TuVCzuuE2pnQXFHRbpsSQ3zUZmzgbIbt3ogKSFOAL/AOaUcApMogvUvSWORJA3klbihjScbwhXaOUOjUhNOxFLJuINl7phDvUDk4NgG0G7xxNFDkkgnhLoiZXDeoubksGAME7Z4zTTYH9TRRCqxAvSxwR30pm2Kv7Y9D3ZpHEYtvsMDs0WEUg4U3ebzeZxUozwZ6SryNM43ChIpGGCExo1IskkmPyA260VMSDVycVY08RbsjtZdAxRctNmpCUiRGWmKu2UjCClLiNwbE01WMlsRZjLS0zRUmxS6wicN45aNtRy5JYb2KnqAoYuP3QQrvQFyTbejJHFjFlJDH7A0p3ccmyOSFiFi7el8bJZixF0kB0YpHCEjI2A84B4E+OL+t0URnaEqBokFQcFsvNIVw2WCwLSETaTFIVBFYt5o4vSwCLQQGWByTGtPieWzEgxYxMc05SVhVodXcow4gAGK0w9ulLKeymhfG19Aoh1CKAyVvn8FDDhlCbJmg3Eq2DKxmZb2DQqyuFlBbHiKQRm3IhPT70YKPiPkaxqZKIRHIlSB5IEns6jxso0afY2ASWixh5M0+rM3E3G0961vyg/wjilGmtNs9qaYO0K/wDVGciMC7xRL6tBJ1w9ans5LkuEdZS9XxZhPRW57GxRFLVCwR4gynWBloFMhiMSRnLeAQhdmn1CCw1U6sPU0sA1Psj0PUrX1AExRFBIsWmB1i/pVrWQ2kLPd16VKSW8hJuvxntUobBp/RSoJ5yFdcweZqUM2UGEdFEpKjJYgWjQKRtmhTSCNQJd2Xv/AC1gvTwR5cbFdOkcTRfSTkyKbEACMAplo9aKpzsCxzJScoIBWCLccCiMRtQo2lZAXdd1lZzmiReX0RE9Ra99watkUjeFp1Mw65zU4Q6ubxe7qDmSwucbUw0CJMjC/a6FRMDrJc70DBQshO5GmPFJJgTpnjC9Xh9rCTuikMUEFysB9Ei68VEqkHg25QJ2qCwcNLRgIlZAGqPBdtRFlwWYuMrqsXf+UMrAssAe8p1KTpIlBAxItgvdzBTeZl2hBvdw6VPkrKC+6NEXEskpKERAasQ3AuGW2utSnGf4CDpcp3ac8e6s2uVdmpGOR0rBWC4ghiGkG+oeFxhveYkqBlzUZhUaFi3WgQQ7TQXa8/igUbBOk2l/VCHYU5FG9xkYKI8iQErkPEKj7TsOGx2LG4pEQYjJdLoBOEwKsX9HHNRcI7sBkNCwLwBeCTxxDDKFwhFferWzApMphdcvE1j6a/HIEopRkftUyRIlZm7aPH7qRWTgZg3ogyToYJeLHmrj5N7v+n3TK4NswLDtHbrQyyq7gVn1Kj5LgW5mGzjpzRF1quNS21BGWsVt9F6eyoRIp9zms3hykEJmaedRDRbgAiDANa00RwmJBVgPg1/gjBatA3E1I0phSwd1Y8a8TGlIl86XiSmiD1ZacFFNIzTpgm9XqIIi6hImSk0VZIoHB7Nmcveb1iirihV3Xg0SqQ3LCw2ilgi+GoXzwgJ1ugRRmiAlIyvVFV3fdPutXSutRRoQIMqtE1DI7Z0oSS5hEQ6HkfzRmQntMj2GTrT2oSTA8kO34igW5o6eS1KBIWyl470HXFIsAJtCO9csZgnK5GR5Kf5SSXAxYSXqLJyEpV+1TcxqLs7y5os9FFMYGKRaQkHcWRmDCbeVo8Ham86Op25EhHURqV4hZAwJNFQSYYnNDejViwU0ATwyaURnWlRRh3M2oT4K0om9tQIrMk2QKXZgnxQHgC7SeAI61GgCAmL4nBntQjcUCTdoAKCGZUO2j90gOwMsF0vinJ2Bc5aXPHc2rIBk2CduOeq3o6pqJVEgGt6sBrQI4NznVelA/CRg0xzK3GM1IXsmAYD1SKFBSxHZgrpHQkchS+cb+GzbgwnRrKkMKYJ2qRf78lUhDWBTZjcGkWnbDFK1kQ+0qht6L8yxpTaQagAJdVjs0gqRw95dF+Dr1oGpwSpX7P3UcIWEItmRi9WwYJfYOl4/3ahwiGEJ+/8AX7UWBEAoxtb8VECk4QBoPKuSCiQavsRlbFiiBKgACq4Bq6IRQQQwzOJJUpBRz8kEJVoCXG5Rj5SmgrI5kORB7U2qcpjG7YekQ3oMhKTX/TvFO7JEIwmNOCoMZkwVBAbL/wB2oggLSgIwedXMM1BtTFtYIJ7z5qOAJbQ7b1dyoCFDRynHio04kfsa9q1K0mGJ/K0I86jMiQPDUPVbKh/iZftx/FM/DEyYsmoErgo0YSUmALr+cUBZ1sV9mmUyDnNFya1y5zUlkCGEVSURDKRH+6VAqJAgMmv1Txldjm8d1NHMtfYe7r8iwS0gFlxAYUaywOi6UWYZhMxo5iTnxTtVYO1EyLhBsm5TQQpMhcs0CBFgiVRNyWTdpcpnWQtHh9lipj+SrmaHxpKpqNsbMoXaM1GIUK1m253Mm50pKMtsmpJe1ljIJQgdRgw5Dlcb0FuJAmYQbp+3BTGhoEULBNRbmbYpCLriKp1UvfUqSBBEiYWEaWC9K0HLFVjtZ0U5wcSYi0vUHrW4CABLzkaNJmJCi1ybO5rQHxY4Kbz/AHRgSsXcGsmmKAAK2V3BuZrIjAR4hZju0upupnz1hDqLvRDQMjM+0ScJUSxSyNvKTeHVpkGIJJBJ1Aj1G1Tj5N57Auug0KXq8sBIlvJb6UBOyunYPu35imAjABsMFalRHJn7YdkyBiZA6VHqJMSgmIm4XNEUcw9z/oBrNVhkxFWqHKPuBc7/ACx6OIN6k+ARsfM3B2sy0KGPNdZ0euIoIVaiCG/SdByOtFLHYmIA7Gt9P+VB8GzJJiYs2fpaUQ6oKo8Ej/RUArtFL+Kvqy2iSw8oiUKUh84hKdRk7UnpNW5xAUaE2pNS5ediSM67IRAWgtVzHpd2Qum/YgI+dvpVqn0XpMDs0M9QAFeyHdpe/wCFAMisZgFLxa9RSO2RA2IS22pr7fhc4jtOeuNqkw/Ml9OyRRJbCADJtVu5oKi6P81qQWbFvzTyBK+ot/ypjtM+Fpf7G1Wpe3wvuj4WC9XrZ0WyAv0uqowSgYI2qUtBZZDpTggC+EN/7oBeBM7PaiAe7IuO39UkBJIJhEcULSGOv1esmSLVSj1Y7UM4hMAkfD/GZlrTJw7ja+KdZ6BkBk1tRhSUNx9Hj8utCIwmGWOnFCAwhCiEdP8AdKjAMJgnjeoFIQuC0n4aHxvQG3Y4E6qAxUQkDhPR99vcew9X2XgKkCnIatpOiXKnOgQEmf8AGzejeAkRuJE4b9xNKKnLLOmTaDMS2GNKOAOCsWsEKkg8BoDg0EThbUCl7w6VCftnbAhKeMhvFKcFsAUh5sDcd6tmELuhRCzULXL6OHhaVcpGjFNIhlq2Bn4mQaIidKuwnhpthoMaDwlO4Ibg7BJn88VhpJ/iYx4okBCLJXs38M0mCZIiyOo3ip9xBnD2MMJ0SUUvzGtn4edGpUawLKLoaqyrV0QqJikYBARJmwFJmdFAIuzHzRqzbQkTDcM1AhLClNk/CYSAJURMk0wFzCARdH760BSI2JMwkZmGQuoIoUyDIpI6ITQTW6tCH4mvkhrxFucUv6OFFAULDMgtAFmwySY+XzRQtw7s9BpeYTcNdGkssudBqJAVkYIOLff+mgQ3A2TZ3nUpySEZybyGsajaEqVJARFx0Jut/MNJAlSBE3HDETv3GihkRLgZi5P+80cGTQvGvdM+akEBydUOIPQUMk1P8B9pnmkwCV8FGUAtbGXSDS+iV0Bv/wBc7VbTOdMcTsEE5b700qeCQI4bNidm+rRZ7kGP7DWm2S8As6h4/FHa7rSOCiZays71AQpvM8J1Q01kkZyvvSeifyHoC/sWEx1cd6WxKC3XYH+wUiCJkvBG3epQhusqEHTmgyALMrzuNOyhiAV5/bamohCQ2E24pkzwsmJHmeaJAVkzcvUhI3mQ6NP2d6UnuZlTc6SD4j8d9KERjqi0+RS+hBLq1eVZ81jYqr/utM7rZZtQhU4kbbO+jzfDUABKYmM6UKwJsqENrNv9mjsDRUzEGEJEtJ+E6NMLgAli+07lWnw6+4+KGGXQpZmGOumaIrDAuFmThtkjnNGI1rCCQc8rBcJiFoxiyFgA4GA5V/VSwkhKBbKiCdrrek51+Zeop5iCsC62msgZBMG4i4GyzekR6HOYFy3ddKH3AwiK92HxUaZieuik4rNIpQJZm1TvJC1/u/FTEQHRRh99zCWaC6AJnNY1+HVW2qOU6bs6fq0RPFdtM9vw1P2S8RZvd+qA0yFY0IOiSM1kdLeVKXFC63kaiIQIpIYbJeh+EPYwAMAYIL9KgAWrKyY2Wg/FNAhp01JcjslaYdeZQFoZHDA7JX5vpTfCYbabNEYvFqNljuFxmGXHSCWsZdECmhd0oy3CLJVE9G/oqxg0+TBjNOpYBLkKKceApxJDmS4u1f8ASaStVlYgZyyZHyxtWSViyBcF/OaLTInU5w5y8mtBSNjSi6rSS8Y+6yzhCMlvvDfG9LAyuBUd7zGNqTmxIsJHX/pUbrSC6Eew7TSEg0/jM4BgyB4kxS/qC4SDQnV+utJ0bVSSyI318VduDChtxtx/dGMOCYDZ/m9NzXfUEg6g51BMlXigAof94qFJd4xuRpGe/FJeUBLJnpQiAcWBfpr0q8+y7NyHEMhuzWkJb2Psz6PyNisZmFmck6w+ahNEiLztzy6fVWi+jDbZ4/dC4ABqxf8ANWwYgX/ylykbMmi1lk54az5bmjV7AldNnb/c0U4i6ElyiSQPS0cVZWU5sEzd4e5TkL6PzvqsFTjVQ5vHATZOioHgE67v5qQtMDMAU2mJEuoUqAEgSlBymQ70vlfOi3X97Q0ytbF+H/P7oyEws7NZBgMMX0jNFoxhE2itdidlTmbRHy6fLndbfHf8wyOpQGATEoQCWZJJJKX0pG2yrAIYgjtBngouygBhmbYpnKGmaFvnGFkbGmXzZQA2AiiATCNkNwXUgYaKwIIRYElm8EcVfm5mABcF4MSZaK/aWZCKIsLmCk2WAzFwEEKZC8609EkMwRElQMkxxUqKEEuzDedIc1BWyYIAsVZSSgGeaJkIYoRc9fzQhCAYhixfeI8UkwASXkFKFaZYikY+80oQCDYssx0hUEAG1lovl996QSKjPiYfr6qHDYL6KDIhIVgJCwRLOtQyY63k/WkmGcliN3ZQDsqEW4AcUZ0p6wVA+h1DIyQSGGidnkWo9qMN5N6dsEylqcaoJyFOGO0xP5Ge/o/Cu9K4cLOmFnlwatTRJOSVkTQADamYMmWM1Zysxqs0qo6pDD3bvQimHqCzj9IfeKIDUBiSWdbnQA1rM7tgTI0/IFXUJtP4OetCQ61mxwKdy+1Q1tLSHnmsf1EQSG20Pa1JIOubwHwvc+JHxolqjAiVXYKSm6THJ2hBBvBi8UeWLRSQ4DMP+moYgK3SWYDPWjUJKZBmf3oHOuaUwMeoSUJg2G8UBUJgO4OqlqrvQNAhrftQeGR3qaivK+h/FTRcS5uM3z1ocIjco4vSRBB2n+EDtNCUbE4Y9kB6vwz6HwDUIm8TANVbUx2PHlVWLSqrpgvQhtgJtE4DjP3RxEpdYy1ACbppYP8AZqCtxkc3AWN22tGeZxxctylXeWpxFgzfrPwbw2aW40iYShpQWUyTuUsmSKWLHikRxwt0yfru0GHVkH0SO3un5pXieYvAGqqBy0lpxjLWFLCqWOM1kt2kMjWfMd6cAhMAiaOVhc81NtUYMiFxuFz+CnCwokOBZo+ZGhUY7qC/CrKEy5i37j8URhoUhsiczQuECJTaIc/+06zlGYEvKp5X2P8AB6+qgURTdjJbGTI2AFVgb06j5hycS9k9hQg9mWGlxIgdioAgJTuZ8T4OkFqFCYO5FriYUaTai3SwRiwsWiQdhYUEU/qTr3VnO61FtFE2YD+fipG7spUM4GwuWoxkTIH8lPki8KfI1Mi/8ggfFAgdmbrsqUQxMwQOSFc7VBCuCkGcsMxhCKmJIBAdHiKNRiEiJGT/AH45ochCLpImfKtWDjIDZhj7ocZJcjRK3g6Ul5IfF1PqCMxyKswSfgpIVHnSh8ONovuqKGyItsS40zXDJZ8wYtlQ0COQJOeQoKwi0Cdt36Q0WFG15gHUva2vM/XO2ek6hUNGuq0eTD0+JE5loAJVdCKhvXONOV5AJSUMRFGCGSCpyoTjQ3vVhUSCt0/c8uaaRNBdQIf7j7oAsdhDEpaAu2A3qR6aZf8AkL4INKxRQEs7o0SEpte3aLfpi45GRxQgWFKQV0wQd9JqHnsMCrY0VFiKuuRpmc6dKIbOtgIncQpqf4awXoyWjFXHVAWC0JLehokjBlIRj/FWsykiz2GIx1Xao4+0aRtOf75oMx/gIXh1cn9VEu9kBfrPJbSrRAUfpqixmTwWdGHeiJihRFjeG5D1jmlkAOxCGo4XPmrCzSYsG/B+WiVEnQJXFPMkcmYcqGPeex+ECJ1pBugiZEcidUFrTUqZnRcirCIIxLntRKpQJTLABKtI64KnhBJM5y6Zd3oegtvP8Uo9SHcUrTUFRN9Sk1zIzDpSrIPIii5bWZ8fullIubR/4NPR+aPVQmKU3bGAIG0CSwE6tMJuCCIHMuaTIRBBIDD3u+KYbbgWXpnpUFRxCyLrZFjeCocKah3TqrKu7RIACEJE2amJse+eJyIjo2oINGK8OTi1+pVwgZlZjprQQSzuRIVG1b6MXQ1YP4nX1+6pYYahET0sO4ayLXqcQQnfUkECVVyWpX6jCyQQRZENg0Kbo7MgkEHJKBXnVowywbilvN4y2owTC+UAD6oMAWRrLBL8lBJu6b5/wKZkpC1G8DisbXIh/wA70iELoKve9GaCLh5Bn8UqU/6Rf6pZYtgMHJn6pKDoiMo1mxI5KddyAvDDQAGRbxl/jzV0AwdnmLkNImMiQvkgJpGUFH0tTqTn/b60Qg9oNcnNGE7r/ZTyQdkmhzsREV4WKkNS5IACjWxdRJCYCpQDaSE7oo0U6XsDDoCOIK1yAkSFspqVHhhUeIkzLNpIVZOxrglFlBkk3NPaeqjrpUDIaiZzbnWY3VCiJbBAIg1xQmABcpoLgD7eCoDCQKFntY/NTqQEYy1dIBO+XmhCMEm4tkNF+FCFKSjxjxLqh5fvSp7HC2YXg5jf/lTT5OBhiUb280VlRMoSTEfR3pjwaDERz38FYW9cfHPtAP8AgSOy1N2Au0vNO2mXQiABgDap+kFbEass64/5TOlTDBvzdv0pRhCwCXQvX/bUXG6kzJu44gqxOvpbCHWnDYXTzFwgQTRqcMhXlEwN7T5autKLKbvP9eaViFI6iH+5o5ov9RY6Inqb0YPY/OoF6kKulnQc08L5igFPtaaYAO4Ve201dggi5EG0UABYwAz2qwGbAkis5jdyGlGC2tNK0J5rLvG7ixcLyWzTS1RruOjOtYEkSH5KSmpIMHWoRE2q0yB1E8UY+GPhYZa3ZH246qGtGTzzQUlTHg40tUGFpgJtod/o60lYMBb7Bb7avGSkqwW/2tZQVCXls8TvQVYLUk1bLLEkiSzEyMxilChJZew71ETa8yEsptpSrIkkWBpSJccbxpHzTB8T7O/wpIoAMy9IgGPK704Cl/UQEwYtVCG604om+MAxrCfHWqSriwnfEkoJCsE3qe9HmBLc6FSvTZDYQpoZ9FQ8B9BV65DoY/Emg9tKWEGvFGwhpMt5Z5VA5pEAE6jn/RUw/lTJC5FlMj03pcJM0Cxk4xRMKcmrBSk7NrUV03O2CtVrFHOIYnypUgwTcCJ7xIdqJtnGHIDi8xpSgiatUj8LV8L9YkmrtIDL6NTCkRc1wyQRq36pEzHg/wDClO9YCeKYOKFwpSWwg1AlJ2mKIuw4RTeVWBMExbVQalFQgEY80iDtkAC8IlLY8KK30+eGN4jEDDU4zNR7VgmadpvAGEOj/Y6U7SPAECxLrrN8rrRPbSVcTl1fo6lAhgYIgDYWKUlDERkTgH994pjRXOB4f1Ba9BbcBACwB6hs0+GyfOEwjDQNNXC8oPFHsTIG/wBlvtTzQexg4I6YqJZrcW+azu0NJLGwT8/LPte4OZk43SUA3anGKBSe8/ubyWlqlIwFwZ3vtTgG/IIJ6t42Cr2HB3ndXHfxTNyJnrxkhTgmWMUmQl+Xy9Vv+vVxRKQ6Lyz0/AoRYWAuZb+IijZFZq5dPqKSzF0HJxamyqGZETRx5rTmf4B6LBLRPWBXCsDYmxq9GnDRsFS6aq0aUKqBMBz0P63q7nDd68rTWRxfgoqBeezf+MwTLyMyGbK6qaplXVamoqKWes7wIJ5JzR4MQQ4ZqdUF1bXyVOFGpp02qUQBpiSQtYklvTGJmn36V0+CZyesg0N1YA3SokUYSkH6k33VaXI4wCZ8Wt/yo4kdJV5nWlVlEQbdTp47VMzSCELg1sXV3AGaCNg2AEAGgFW9CjYTkgJ4m3er+KPzODoiUw6sZsWLP4KEokIJxqJs1I6uiUER4XKgmC6QyJp/HxVqIsYLFwe9BnYHnA4HKwd6R11hjU01FmMybEp/pQAJjCJfijiFIhsxZMQ0i1EiManQI32d6cMSg2V/UUdq9VIhSaqhTYC+wLrUgAixYYhof2c1PQbsl++82+t6DZsAVWx/2mvBMI2Fji3akVkLLQdPqj0iNwf8aN7MMiIUn1STSRaLgKD9EtX0DNKxK1jbTvQ5qJRLCJ4mlXAWC1hb6MqIwGUrRlX8JTrgBprf+uh32GgdFm+KFYPY1e9RIjjazQzie9QYwSWEOUFJGojNvDyOzQm++1IGmLzaAcKkmPIgSN/9DULGlyjYkQVdFitSRyKI5IpADQIi5c60AIMeyPTnr6mMDlYDlo9SgDa2Bdoh3ctCqgmiFF54Mv8A5QVBMVCUdb/o04p+FAMlTX/YrOwh0JamYYTSXFH3cAgBgDb2BCmSIR1qXYu7IAdkUGMXNYspC75iOk1emyLtWwG//GsXDPbUN3vPmjYkPOc709wPr0+BAXqfMRMhu9N3CksBjckwbzvUhJhSl6G7scFEkiJgeYBB9tCSOa3M7ILrd0oogI6G+g0NA0A9prpuCSyB7MPanAgZGTfdxVWy+dAW8yPFCnYLrtTbyYGsnuCO1GkDYtbD4PaPWPnxXTAFK+Cg+EpHbeG7ytAAYi+nRvQyhYgmGkVMGCYWDmrE4CzH4QXfFTLcRhRVeVV9o6FHaohPDUyysOoXO6VJFWsnh/7FIVMLWJmKjrAiovEZqx0Xx09nk/gLGaAKjruF7zHihknOVbQXV3qOgoA22Aaur14pFOACy6bdqIJkOwW9zoGqOa30EtAZXVcru+wLZSvgO+kEtumtoFg1RCF+xobsJUnC35anmTsWVWT7anNY7IJ5G+s/J1+PLRDGvLEweVfxUriiMCs+IlhpyiJbAagSuYRuSq1ZrCQtnIk2smrDpWNqAEG+W1Ti3q/5XWUiJRoeQ8niKK+QMDdH8J01NtOkOe/6qAyIJgulCkJBGTAuW21NIjfJW6av44KJwUEC3+TTsm9eIwdYioRgt9h+5UGLj2JE6g9qSTggSs4j8LU9AviLcCaXGiQkyGcFKLzFKg4F2QeD5VZGQkThJH2FMcbMHSgAUhFLEITAJJI2qL34fNDZCwTF6fhxI4BvEwEkibVYzbKQgrgedqOYESxYIeJHagyGN8DE79MrWR2ch2Zygd9aIsTNOYkP9pp8CgmgwOnUkrwLykpo0JxF88ZXS7tTA7ouoZL6y53xLamhYJCwLucYqI4DsE3eAlOYApskJC17kL4INPaIRRnA2O11d3azEEBby51wtKaJFRalk6f3VjJKTMGWDp+6vQywbSV7nkKxTn0fgj3N8IBEroM5RRWppame0x2CjCoQYSL3Cc7vEb1KmYynbafxtTICirY1LjNtagoFW889GV2NKi0ewozGkU0PBNsxewmsnhshN1/6WrTkiPwU+mUL5W8fnxStxJdAAuh2Ght8PSuvo0eqwTUosRIuNd6XjlQYtAu8qJMgQxLV37UggC8NzxrRiEJiEVDQgJfPxv2QaUe3JGadIDGkQry12asqYQc0yuAs51ogpNhalsdLVYI+S0EydacCT5yOqPgCX8ULu5Qhbto7NNiuSSQNndJ7UE+cSpik7WG5gbbXg69KixlAfosDLytdPY4oVkKAaXb2CizqQieqv9/qrpLBTQNvz3qBYW4au9JKxJGxK9x68UrQae8+ZxexRhQYpuFgYSktgBTAwoCMB3wgNpgttK5la0K2cIBg0WRR93kBIFAJF7ZJxQgSIgd2WLgBy5U2wKIURrIbkYqthIon/wBKU3k8uVAHaahKSjHFiiliwldh6dG71qV1M2xo20GhTLKY4Td3Xq0MKxZyTyG2hQGwLgvmpkgZbq/slMkbK4g+KQx09uyX3eZQJJKI3kCT2t1GhfRM2J0z2+yoIsbDaWMxvfxSAkhNg/AxUD2CGyI3AfNZtYuV6lCNUI/8KfN0CuRupLUtWAJUZY41pHYEvQUQxqUeTUOjWDzpJFO4CeWgA4ClW7eqWafqQ0C8+ENyc80rXiafcBIUaiy893gWnm23oy6c5gDYq2ii4IFxvbBd7VAZujMpcr+Xw4oojCMQym+n296WODZSaTPCnaKCC3uPLGJe6Rs0B747+QEk+Ie9AixIG8AkN7Q+aD7CWBYgi9pmheFQtI2esR3qSAHPnAvIidvnUF6Qpng3Ze+yR/RUpCdBVonQ36UVADFgu3NtraQUyv5kRC2gaH+zQIroCyFwWewoACxobe7Sm9NkwIC5ADzVQMgfkB5/00YGMZloFwdGTsUxG69Z/wBf+6lGWfF6exHuqT+L4THUx2/gOhSToJty4OWjybpLiLiA60od3Bg1l5/dDQBCxTSwkSz3/qrkDICw3OWR5g3owXZfeg9gHU2e46iVASCxDt/vxSjdF3Opmo0MxITE0kkY3Mkf74asCFF2z9A9o+eIeUzhnpB0KHKFd5kwa/8AlBEIkoLy6TwWtT4WZtJ20k3wctqRlLq+RdyZO05oaxC+h7D7RWwM9sDUnTRwyB01OBQAQQlWIGPJ+OaSgOkLtzrT8DAsoym4BUWqg9X9A9krH8SIo5+o7JRPE1J56iDu4w24aAZgfK9gf9qlBTUVyCRDJMSuhsThnyJAxoO+9MbiAAkhUXZVd7UEIheKH+O0omwaYyEfS80JnCzY4Jn3UsGFh0H5X1pymYV1tLz/AFRzlIxmO8vNDMmW5IUSEiMoNqleEgZfyrEIpuCTyvOlcseDf+9NGGBAMAWKcsQWLSGH+CKUKwPBxfphqcA6uZYw9g81IZYLMNMdf+1xxO0ECc27jSPulyd6oFm0Wj/Zouz0gv2pBJ0UhJIPdi1OfcmmYMtyeNq+44pDpwyly0xCPSyhTzNHsWC2YOx0Zkq2xFxX7fcmIM05Vk5hTc7fVLWmCbOjlYD/AGBo6UTJlzHO7QYhAlcsurvNo0B7pXYM3JnuMltG9AEAgiD0fbaSEtIWJeILC6sxtTUECTMLIbKMdaDLtIgjDxS8JkI20J/GKM0NM/8ACYc7lKA/EexlQXISyPBlwVDmt3umV0FFdajGQssm4R47O9O4hkReIPrzQ6+6MXAC+Dmk/wA1pe+fq/UHo+w9JAghsyZoTQX7l9isoE4klWcsTG+j1OaVCgY6Nv8An4pUpoJoJO5TMkGCcKx9DwUKk/MsEl6jbnQs5r0zojLIlX9f7pUoXUuAbVECJ32jmnXImbmviXHtQcwCaXycpZXr8BG+1SooU4ZsPCENhVisXk3HSlHm/wDSKA4UW/w2aC7BJgBC7R1G6onxnoTtlKACVegVrNkWxgulruVVzCsAdHbL2KcS2wtc7L+YzEUkpv5gJsF14GaVCKxr3D9X6A9p6JJe9RsHRljB+ufWkYWTGZVk8R9U4CIKlZaw9aGxmOC8bLTo0i7gJZ5utTF8+zp8L75FI+pC/ein9DZHitTvPlDtSuoa0vZrm1KDZnWmAFkWzWWwQOWKl6eEMHQvyVZCZ4zgFrNDv4BN7oRQFu5DrMk9ooXcS2csCFWg0xSKCftcr90eQwSvEhFKCIMs4qEQhGC3+KiYS9xdOn/lIRMgJmR94O9MjAk5/ImhsZoulnJUF8rotQSICyZZH6p79kl1sX8JSe2IZsRm3OnmrCU8IAoK6QmeKtGQbFEGAS1E60+y+/UJILikqvppQrMeARQTdYVqbGaCoEoEQCiNxNm9EUpWFFs5mqJw1E57LrPQCGOhEkF4j2oqmYjVnqlOhNPhKnESB+ntaxgUkXByzHnhR2C7bAWBdYD7pSLBDqEuFtjSKM3QNDjk50pCcXzPkkl+DpUqmod73paGwHwrIDAyJHme4UBFFZkWLWYdHknWpwlc5i7p0beKEw3FkE3w96OprCpJHkTo3Naypg1GOg2HA+OfS5MAZXSku6Q3MiG4g3gEZaBDaAlA0aLtHfFBVAFgQdKKzOs3s72KG9KBfCLqhd4SjHwNMiIKxhDu0x1lpRb2E7dNezCf4kATFpPXmzbxUTBvBMb9qBsYGrSOpINmROtFoOlkSaO2pw0e9919k6Rgd9zwLWpoYapXnHBUWcmVcrt+/FFgrPM42tVqFjLX/lTlzYlxcmyXYUCD3voaRHOJ+QOsUIISXhO3mbUgICJvhdf7qBCAGxjFMM2IkohLkbJ+qADsb4FjwY6pNPhfZBz5SBMD3YjgpHGdOKdjrpxSgluXLlqRtp0qLBIIBnq8UACCOgR6wI0LF8+h7uYRZiZOTI7ladD22XoQPUFEKEwS10zxbsU0uhJkk7lG50KId5XIVRu1A3FkJCTbqA3uYcU+3PzDQhAoF5ThvRPOC2owuQQOQF0pMZFZCNH/AIY0pb1q5LN0PAhccybkWc0YJtgP2I7lGmYyJCCUbkJmwlRIRkuEBbOTXTFSy8W2CCt2krVFG8jmwOuApCQreRNQoiQCZ7js1e9N5b9B9UKsukk7tJ91cZoQ/hSNAEvGUOLE2BmKS9fZxXjzXFqMdI4mIRPZh7VLMVyf+4ffNKVUULAD8RftQGCOcNT2+2moUZkFxJW0uLFrUoFpbVLxkLvyo8FJhAgmkjM+MtXUYiKlLJiytpSs0djzJMDhJvNJAeLUUS5WJ4IpLGIpoQmOSgEzlAKBtLHrkBISgbKJi5ar3gSRqLCVwt4RcoZPhNUiAW6gSgCwCZAEHtMm/SmWh5gYAvLTVYZsqGKCAkserPMDvQRkhbV0RPkqE+UgWYu7xGo1NjSOYMBiCjJeWKEAZ98+gEkTxT9Z4BiXA8onRGkhAogiSz3iHqUPvbBAGsloKhdoSSnADaZ6vFPJp7YOFELjUhyUhJw+rhADK4KJEAkiMz6x7MXpu0jdpDC5jfdAXqaQTe4lFCYLWHIZqcUIBIssCxbcd6bKYnbhhkvPNMxjBFZQpbhDAu9RJuHDsB6PwCTMUxIXZYQT0MJ20RLUsCFgPC/UGlVXIIkbn1+ijlgIJgDZ1RN9zNoKiNpJp5tdgEl4hpUucDGMzPIejyb0UtMFOJRchY71kO5dbAbrhD4JFlGToJ3ZHPiwWL0aMQTH9OajYMG+ou7p4p5UWZIrzSyhUTmBSNUb4A6tHteHABAHAej8BEl0pCJRGJvzpDahurEkOJH8aUJhX/0UYcGCcGf+0PxmlGyR1X4I1o9OlJEuI7eyfZ19TMCgGmEMct7DKzdJmsrciychwP3TZHLQ4l3/AFUE455HPcSSxlmKg1duZQyjVN1+GLU3oMHdGV5V4UQwSZdIkZHW+O1PJtYB1GVqAZEheBNuu/8A5QVtENyABtEBCzdFqJzhywYJmdo1p86DKAZLU2o/a2jo454QNS0gIumsJxvDSFUXheXXDZ64fmkdOLBBlOgknkBKg2xzjgDYSDIlsqwDYImHlHEhVvMtEGxqrAGqhRlhppDnIlLotppeB0iJYhbYXm3i9Okuwv4UXTLIucEUcoqbnds9azbZak7Kx6xmiz+sJSY71EC1lU+L1QAE5ED3D9UsuwOhzJQx0auRuSmxaIp2t8iJrZLl4c07GZ8hCB2kitPPmzIy93x6WHFAYcY54Di4iZsOGm3lbEYMlFt0Dw6G8a/ijcmbBhpOhjQpp5tT1HkmEkRsXpvJgkMsRRLjK27aiE54wwQjiZ4pvfnb0GU78NsXEij8TAZWNYSsBVq7VhWFiwktiWUwnfsQZwNusBTtDXyBhG31WZLUN9TYRTWpJtbUGPZNC2QQsOAum66AulExKk0mwOLUBxLeaJmoYSYQNc2Kk5x1sA3jK1GH2wwSg8rrFSf3jSwAJd7euvwTPqyzkBvNjkUCFKb6WCdSEolcYC506NvFZbmUsbOrq6eaLDIqo32KXkJnM43oCgOLBBCrq254qxrh7X93xmtTjDulgXgJdygTiTAMAsDGL1lBarrZKFNA6QMpmFsUY9yOhicCFN5RarNtjw+EG27fLSOMqK6Q2Tcj80sEpgr1kR5Kk1K8IilyMDhKnAMMEtnTEXIalWPi0ppd+cHY9bltblQ/qNTS8JozEjRKp5ywx4TC+N6SihidvwargKZriIJKCWHAK8ymnIRxBMC8AF0CUsMRQpbpcujKE72gOYq9GWjvlmRxIVF+gNSXwNDLmDCiYLFIVoQjHRMQJQYv7ysTCGPwDKugNJwiEhXRDQBBoFBze/Op/dOgxoVYWkwEkblgurRbHN2gj4MuV9ce9ooQCcF0mfMOsVAhB1GT7o5sDc7L/wB9qSQQpEmNp3eKUGFt+jv/ANrQwBomVYGBMxBWOjjydEqIrgutCVaqO/BlxPqVj+EmOAMhcBB6UzszJ5gwrpk6iX9ripLGQgvhBd3UDNE9gkYE1NJwTNOTT7rM0mug3IxccUvLqEwNtEZi21KVwzSUAhJhYHZb0WL1r8LGAJCJkpKJ7IloOqeMFARBmgDheW2zxWUDDEcq6v8A4VFtg38RZGAWLsOYq0IcOhIAmDKNls0UuV2MEkWIAFmV2Fo5sUU5XBCSYIwSYQpAYLKcyeBwsSrQniJSPsoiD1aQQARYHMTuXi6ksJ8HX2lI5sZXAtUQOUp8BiECNm943aqBwcUGmTPTg1koKgTyIgdxl701TRmRENGx4Han4EUylTxa5m86VFICJWBZiLqR3NbVZJa0U5YjLgvemfbDtI2Cfza1O8PTDlyaJgDaiKgJmWtI6Rt5N7Vli3MV6qIoDIouxJFV9UJTJ0OuYHOBYLhaLKCE0HQfunwZgSIQQgklIDtQYEVFRUcqKpLCRWkQXgamBskIP81Nm1FIdsGlrTmpU4MSWrTu0OeKkAvXuJf2CbTYZAoBmqcBBcKkFvMDLaoYOirWVIS7oxpQY3gGlgWTpbpoSLkBu1ihiTAhVRx9VWUBN94qGxYbGAPCX2FGQAIAIApfFjQwkrbuY1aD0j0aLE1JpPnwAYbQQ80W23ATOjHFABWZSHp/7Vro0jMlEBmEvqc024jYaZo3tklmEa0ILY+JoCSJNqUPLTrIR+uhwlFIDAUAZu3JiNaljHfYuF0I0y8ZovhgllnpZYjYowA8tQuYJ75aIgcIEQtkNOJV6UtYXFAJ3M8uLVM7eAkW7yXtqtglVMEKlF1aplX3YNAgCGlCwlYZD+jRthZnWsp+nPIwx4YIYQi7zr5oHKcWHRtJqWxVkGp0RlsHiDap9q4eAVXyZCbUfHhTUBDCMQ4B5lRiMjZeEjZsrAWjFTfFhwqclManNgom0SiJMAXac7w5ipUF2FKGZS4WnEtEhM9BbzyQoNs0QomKurwtRoLtsXaYS5MLMhiyuA6WIJaWcTFzMrd8AAWD229Fa12m8WZJAYbQd16Wp9yMEwhjhqQ8obk0X6JQ1IlWQ7nCwd6jKcjEANyGCZskjRvpJax69PhmJdKc+kAixPPA/pQFzIQS4ix0plLFJoZx2OaT1PgfGJtMfqlKSigGBcMUGBrZKxeBAS9g5alczmwkLeWLg22oWjOECNI4Ro4NJb1CkvFmTL6ladLvRc7JgIgKfYlOhoDKrgqMZL5lQB2yXI2KkvOV5aBG4TI8uaHCElW3Qk8xUz6QmwRAhsi2QM3Sptg3nA8pGIC0DFZ9z7bMBroIVaIJGFig4hcby0DVbU2IhqANTUWAwSZzSMs5pCJpESUXMioZlGa2EvmywLwYor6ZZQgGSJGCNaljdMg2EAQLIn7qPFg+MyQ78Gq7bL3mBYAfeniSZWF7sOAEAGgHsfXHrHq98qzQXQfaaUNptABB9FTlFcglXUFZNaKmS1P8BijyDpRBKBBE0/CJlAEuWjqwnWoKRLYZMw6zimDilghtFuf3mmrs0KmQBolbhGoU6gglhANwxZs8yYKzmo2q0B5I3ZKf7YtRySBn3R3Y5ugj+aK5tIVIAABlyq0WZE1SEy2FuKImSOEZhU7c0vEwkoLCRNL9V3pZrqamQWZgmJg0oSWHiFVN0nBK7UGdSeH1g05XQC1KMIBMDAFj0NjlvS4YGZjmc0r2ygyECGdejkeSTSm/ciQiVXQCpERG0kC+LD0KFLs+xJ4qcU4YDMpbCZVWXCU/awk9hLj99acFJ0hEeaJX3wdWXYDVgXowmZCwWndosVhE49mvwW84hgMu11JyKOBvkZIvIVtJTegw0to5UoBJHROKSjZG2x/38VrfVVjeVbFQERgxN13eu3WhQNLrqFyrf9fBzVJAmEyDIlynjdrYAsG3uFJdjE5uYzb4dd6GSUyG0TeipvNooQKaxtqa09iZjUb2S6ZSSZNCRHr8hik3AyCNxNt6Qh3KsciIkRZttTPPaVsyFp0lvSqGLRuW/wBilVIh8HVgd3FI8Ug8uEsdJNLGtpaWVrk9VmYaIctUsjl101X009T1E4zUQ6SpDKTCZZsmi4pE9YVY0aEfDVugIQWLWH9ZpIVhJT+qYX8bCmHG7a7EtDDjaPB1cAHqNX9M+zSip9huiSCRRJdEHcqHuaDERMiYo2IrKwq921HugWinjOXJHH9/mlAYM+P78RVvdjkf43Xek5v+cJy0VY02qGzzOnVXKm6ufbeKBQ6TQcOGS2tDmibdsRtX6ptwZq4RmciOGgjWRSVWnKR+KshggHaYBzCroFtqieQpcqScUrlREYGkl4lbwwiOEREcJT7yj0QbtS3PAOGBZzVgmLFYPpgoCJ3CHMxRkzEwJ0smU5cubAFMWnBLIJKHYio1jGZbtsBi6hzRU1vVDH6OHNE69ql2Ddt13QLIasZUA0D4D2R6T4zGQEIM6oycipvV0ahLoqEYRjdvDQnBiRlRw8Bk1loMrhiiF1BvXDZo2OSi/YOmR0pygXAHCwM5u7hvT3szcCyhuJqNyhjRF/cdXBLwUBgaPyYUsSIUjXWgpe0se53cNF4aMsSDkC8Mlm9Adamo9VtT0IGqRIgKwZQMCTE1crrEd9WB3gpN38J9QDP0bpV/yl2JIIDDYJ1u1ZbVjN0DVN833oPzjOuAG9p5XeinoYVJC6UQjYaQ1Cx/JADfSStSKcccGe6+pRc0gQFtZgVNaK+4lTIBtLKopahSMBQi6RghuAEvdvS6TAsrsQALsJxNQUwgSGWpy1hAtQjtS/J51xv2ID3MJCUxRyAo1AeBxpQ4qBkQK7gBfbm96LvCSs3HJiKWBgZpYsLEeb3CldjMgWAJ5TTq1hltgXAObhRkUMkkM0/A0ZRSaGKcJQdpgUCqjMqB0S5Rw4LF9x433oYJpogGBHoCEqXO4dDvJ/C1AACx8OKYdKDZPZbdyNyEzNAN8u0TIfTJs7VDHxK7OcA2aDMBBesyKLkb5ohaSsmbCA9uymtyR3MDqXEdkqPhmhYKjXSggCTN4O81rA73iX0BpfJwyaXVKV3DikYF2WeyDnbaaWeRJFuXtwWoIxT8KTZxVwmWhNpiBwEp47jWXijRZCcibjGFilx22ZsiWENIaSGjxJ9s0kgXSBKSg0nUSHDmiIBN0odKKBnonpMEMMtUlSevX3wS+lIeQ52/sT70xCYbM7VEh4hjoNjva9CjDHKpIKoFqjJ8d82KplqANNNQsvVHFHFIAgBgDQ90006g5ByI5KPnNLHEd3ovsCpk0pVcbtymROKJHrBkcOekKftxEUN+5JzUSNWy0XLDDIRibQtRCdXfZvDoKL81KWwMoXUkOEuGj+yfuiRPitkSaiEpeYpQNcUSd1yA7UIwXQdER+CdKvj8hZjbU6BLyUqKhPwCqLwXeKey5cd+U0ZcBQB7dfg7UqlUKAC+16lH5LbDtrV0sihkgrMkuXGHSKiyMFi2YzuFKM7EdNJBY0YPWgOWiG8Cm9011wKqxH7KgTWVqOy/hRnqXBd2ClCCEIloxS+RjRzIYcmd7U8AQMoDa5cU4NUoX1kG1MCBGVySYA4YGSSpfLfhWBflKjAFvcibl0amAaJNnq4CoPKZJUdrKU5AG8yqdiB6tBFHFrRyFLc+VFYCjCAEwqjFKPQYndNDqUfq3AeyZXdbSpt/WwQGJSYRs21qTdZEk0ay3pkCUE4Ebdk1EfgBbQ2rmxuVKjFoVDmxPFQEjzxv2TPEKhS3ePqiUciiU9J3EN+G8TemjACVy72pJzQiluyLGXiHkpxWqQ8AwJgAC9gmWWhw6LHmlZZ1FQkm60oRZMX/ANa1CvOpUNsdQPmI+6wvPI8FMp8JLf8AlRXUJlw9FtT8OIy3ZAt1bHakstyR8JP5UwMkox+waKKAIJK/ADpNMu7GQBIC00ImSYklHNiHzQkieRPqWgDKwqfK/EU3WMKh/VJiYnXPSksDoHUJM0VKcTdf1SZh2gOiaWzJgmf90oIKRICvyUX9wgdEiZGGpqXFWZcLJ0mp0hGwNi/AcNEf8SHnACI6UyCZMMAHmz5KzatHDxK0ETgXY9opWRzF1jzFDQA4g+EKik8Qf6igh4yZpjy6RoMIm9TiINlfkEp55sgHWmIRwW71Yzw6puUCyj+8Xc5yJDqNEKUO+whlzBRkK3QDlCKGGGPywH7oQ6gJKDRAPKq1sUzE467UkGLsexVMQ7FgZe1GW5LP/KrKVwsGHZ/sKQSVNAu64onsg3T8kUHL4QXtNQkEaOX0pcjjdh3w2+6TipfYcpNDJ1QITgOIQH6TRGL3AXCK0D1rdzJCI9X2UGB4urNII6aUBEYXIm86zEd4rtBC+zYPup4unTB4GiRjdmT8lWa9qxj7J+qHiOaQ/dMjlqoWRsjSzZ3/APdOoEaFx+6nm0E6u0DR+ToH8TRIlVvCo4HDAvPqgVhBc5I2LjZISWNqC0IMw57wd5oUrxMKeGgI8J0Y7xR4DHUtAXKZbETRe+lVGm4ic95gPNRhDuxPQJvUbEzVfsTTKJvVZ5ihIvmbg8tmoJT2/DrQjYC0gTsNMmKMlUFlAGRQ6wWpnw5ue1EusRBZC86A2vejhG9wvR/VAJwEpDtMu8KlhsghTgLYS3d2iL8LSQUsuKJzdDLUiLx/dFJQM7f2xQ8pWm0vxQoFzsmk1LhmBt9UXJN6ykIIZkXgvRQSX/CSlw8aA+qahuqJJ5LPSnn5KlbqQzvBrTvkS6wg/jq0EaYIA8k4tmgt+kio8lqSxm8SrdZ/FPdxfTwBCWUGJKjhxdVRB/tM1fYm5ChWAO0XjfFTDYSYXpMU4ARdJMeKlgBpLE9KEEIxd5onsETK2/53qVooksueaCwIuxP/AJSxEtiYIRMGQbHVq94ZRbsssd4pgjdyeWw25CeCgtxfDtApHGrump8I0pLo5ZV+lGzD3mKzcHUrXBMxNqYli6rW/wARYZqeC44v8T7IHT6qDY8VEYqCkHJXao8VBsUCIC21QGkUAFgOlN8k1aoNrUPAmwRSDkGoNIqDYqGxTt7LbV2+BDUmkEuDUIhCNoq5NzeKyQnoBb6KgmYJ6UWxQEzBNICAJSFrFsVBseKg1KxSDCgx6AYA1sUoyhTVKn/oqERBG1AFgCoEhiPfPtJJubxSDkHqesDkHrQHo8+9BsknPoAYpRlC4mKCwDtUwQRrHpBsVG3wwWUJ6V97gaGRQciL0DEeEAipG97B+KQEpG4r/wAOsITaLVdld5JoJEnOKQUxhRap40OKAVCTxSiVJtx4p2foRSkSsXJJilj8FBPMBgnxS2phieaj20pj7qakpzYPqmCwkAK3XWoiADAErLzqKtJZBCCoMNsCiYAbRas5m4rCDoVAWLdKxrRLJNmYpQqJaUkV5VpSUQ5S01JwysyrNTF22lxU9AZzEtOC3AhJ0aiZkM4PwVHgMuZ1irAEcf3QwRN7FJSTOXeg2SHSnpezcVZiQbDFZoFdQT5pa0yMZaXyneB+KUMlzAv9UWzdzBmjw8SWCd4KhQaXnDzFSuMbToQgpcYm9QEBMN5ouBbRLK1IBnSSYrjPdqbPg0vE2MWoAQBQBoHarbHj1PgP4Pf4n44qNv8A4B8ff0flj2nwdfdp8f17O9RWvwW/kNF//g6fA+ses+kfxuv/AOfz/wDGPfH8iKj/AOFPzH/wD4z5D43+I+p/8K3ufkj0PS3wn8C/88/+QepT7yn2a+pWtPpp6GfV9jTR6HtMfA+r/AfQ9z6a+h7J9X2Pv09NfXWta0rX1fZr7yimmil9h66+3X019r7J9CtaPWa0o9dfSfj19Z9f/9k=\&quot;&gt;&lt;/div&gt;\n    &lt;div class=\&quot;eras\&quot; id=\&quot;eras\&quot; role=\&quot;group\&quot; aria-label=\&quot;Eras\&quot;&gt;&lt;/div&gt;\n  &lt;/section&gt;\n  &lt;section class=\&quot;card\&quot; aria-live=\&quot;polite\&quot;&gt;\n    &lt;p class=\&quot;eyebrow\&quot; id=\&quot;ey\&quot;&gt;&lt;/p&gt;\n    &lt;h2 id=\&quot;en\&quot;&gt;&lt;/h2&gt;\n    &lt;p class=\&quot;es\&quot; id=\&quot;es\&quot;&gt;&lt;/p&gt;\n    &lt;ul class=\&quot;list\&quot; id=\&quot;list\&quot;&gt;&lt;/ul&gt;\n    &lt;div class=\&quot;nav\&quot;&gt;&lt;button type=\&quot;button\&quot; id=\&quot;prev\&quot;&gt;\u25c0 Prev&lt;/button&gt;&lt;span id=\&quot;cnt\&quot;&gt;&lt;/span&gt;&lt;button type=\&quot;button\&quot; id=\&quot;next\&quot;&gt;Next \u25b6&lt;/button&gt;&lt;/div&gt;\n  &lt;/section&gt;\n&lt;/div&gt;\n&lt;section class=\&quot;tl\&quot; aria-label=\&quot;Timeline of milestones\&quot;&gt;\n  &lt;div class=\&quot;legend\&quot; id=\&quot;legend\&quot;&gt;&lt;/div&gt;\n  &lt;svg id=\&quot;svg\&quot; viewBox=\&quot;0 0 1200 196\&quot; role=\&quot;img\&quot; aria-label=\&quot;Timeline of Dynamics CRM milestones from 2003 to 2026 in five lanes: versions, cloud and platform, apps and modules, UX and insight, and AI.\&quot;&gt;&lt;/svg&gt;\n&lt;/section&gt;\n&lt;/main&gt;\n&lt;img class=\&quot;logo\&quot; alt=\&quot;Bofor\&quot; src=\&quot;data:image/svg+xml;base64,PHN2ZyB2aWV3Qm94PSIwIDAgMTEzOS4xOCA1MjkuMTQiIHhtbG5zPSJodHRwOi8vd3d3LnczLm9yZy8yMDAwL3N2ZyIgeG1sbnM6eGxpbms9Imh0dHA6Ly93d3cudzMub3JnLzE5OTkveGxpbmsiIGlkPSJMYXllcl8xIiBvdmVyZmxvdz0iaGlkZGVuIj48ZGVmcy8+PHBhdGggZD0iTTQwNC4zNiAxNzkuOEMzODMuMjIgMTc5LjggMzY0LjQ2IDE5My4zNiAzNTcuODMgMjEzLjQzTDMxNS43MiAzNDAuODYgNDQ2Ljg2IDM0MC44NkM0NjguMjMgMzQwLjg2IDQ4Ny4xNSAzMjcuMDIgNDkzLjYxIDMwNi42NUw1MzMuODYgMTc5LjggNDA0LjM1IDE3OS44Wk00MTcuNSAzMTMuNDNDNDE1LjkzIDMxOC4xNSA0MTEuNTMgMzIxLjMzIDQwNi41NiAzMjEuMzNMMzk1LjcxIDMyMS4zMyA0MzEuNzMgMjEwLjU1QzQzNC4xIDIwMy4yNyA0NDAuODggMTk4LjM0IDQ0OC41MyAxOTguMzRMNDU1LjY5IDE5OC4zNCA0MTcuNDkgMzEzLjQzWiIgZmlsbD0iIzEyMTgyMiIvPjxwYXRoIGQ9Ik02OTQuNDkgMTc5LjhDNjczLjM1IDE3OS44IDY1NC41OSAxOTMuMzYgNjQ3Ljk2IDIxMy40M0w2MDUuODUgMzQwLjg2IDczNi45OSAzNDAuODZDNzU4LjM2IDM0MC44NiA3NzcuMjggMzI3LjAyIDc4My43NCAzMDYuNjVMODIzLjk5IDE3OS44IDY5NC40OCAxNzkuOFpNNzA3LjYzIDMxMy40M0M3MDYuMDcgMzE4LjE1IDcwMS42NiAzMjEuMzMgNjk2LjY5IDMyMS4zM0w2ODUuODQgMzIxLjMzIDcyMS44NiAyMTAuNTVDNzI0LjIzIDIwMy4yNyA3MzEuMDEgMTk4LjM0IDczOC42NiAxOTguMzRMNzQ1LjgyIDE5OC4zNCA3MDcuNjIgMzEzLjQzWiIgZmlsbD0iIzEyMTgyMiIvPjxwYXRoIGQ9Ik0yNTMuMTkgMTgwLjUzIDI3MS4zNyAxMjQuMTggMjM0LjU5IDEyNC4xOEMyMTIuOCAxMjQuMTggMTkzLjQ3IDEzOC4xOCAxODYuNjggMTU4Ljg5TDEyNy4wMyAzNDAuODcgMjU1LjQ4IDM0MC44N0MyNzguOTggMzQwLjg3IDI5OS43NSAzMjUuNTggMzA2LjcyIDMwMy4xM0wzNDQuODEgMTgwLjUzIDI1My4xOSAxODAuNTNaTTIyOS42MiAzMTMuNDNDMjI4LjA1IDMxOC4xNSAyMjMuNjUgMzIxLjMzIDIxOC42OCAzMjEuMzNMMjA3LjgzIDMyMS4zMyAyNDMuODUgMjEwLjU1QzI0Ni4yMiAyMDMuMjcgMjUzIDE5OC4zNCAyNjAuNjUgMTk4LjM0TDI2Ny44MSAxOTguMzQgMjI5LjYxIDMxMy40M1oiIGZpbGw9IiMxMjE4MjIiLz48cGF0aCBkPSJNNDgwLjc5IDQwNi42NyA1NDguNzggMjAxLjk4IDUzNi4wNSAyMDEuOTggNTQzLjMyIDE3OS44IDU1NS4zMiAxNzkuOEM1NTUuMzIgMTc5LjggNTYxLjg2IDE1Ni41MyA1NzUuMzIgMTQxLjYyIDU4OC43NyAxMjYuNzEgNjAwLjQxIDEyNC4xNyA2MDMuNjggMTI0LjE3TDY2Ni4yMSAxMjQuMTcgNjYwLjc2IDE0Mi43MSA2NTAuOTQgMTQyLjcxQzY1MC45NCAxNDIuNzEgNjQzLjQgMTQyLjI1IDYzOC42OCAxNTQuMjVMNjI4LjQgMTc5LjggNjQ4LjQgMTc5LjggNjQxLjQ5IDIwMS42MSA2MjEuNDkgMjAxLjYxIDU2NS4xNCAzNzMuNThDNTY1LjE0IDM3My41OCA1NTguMjMgMzg4Ljg1IDU0OC43OCAzOTYuMTIgNTM5LjMzIDQwMy4zOSA1MzMuODcgNDA2LjY2IDUyNy4zMyA0MDYuNjZMNDgwLjc5IDQwNi42NloiIGZpbGw9IiMxMjE4MjIiLz48cGF0aCBkPSJNNzk1LjU1IDM0MC44NiA4MzUuMDkgMjE2Ljk3QzgzNS4wOSAyMTYuOTcgODQ5LjQ4IDE3OS43OSA4ODAuMzUgMTc5Ljc5TDEwMTMuMTQgMTc5Ljc5IDk5Ny44NyAyMjcuMzMgOTI1LjA2IDIyNy4zMyA5MzQuMzMgMTk4LjM0IDkyNC4yNCAxOTguMzRDOTI0LjI0IDE5OC4zNCA5MTQuNyAxOTguMTYgOTA4LjQyIDIxNy41MiA5MDIuMTUgMjM2Ljg4IDg4MS40MiAzMDAuNDEgODgxLjQyIDMwMC40MSA4ODEuNDIgMzAwLjQxIDg2NS44OCAzNDAuODYgODQwLjUyIDM0MC44Nkw3OTUuNTMgMzQwLjg2WiIgZmlsbD0iIzEyMTgyMiIvPjwvc3ZnPg==\&quot;&gt;\n&lt;/div&gt;\n&lt;script&gt;\nconst ERAS=[{\&quot;y\&quot;: \&quot;2003\u20132006\&quot;, \&quot;n\&quot;: \&quot;On-premises roots\&quot;, \&quot;s\&quot;: \&quot;Microsoft builds its own CRM on .NET and SQL Server. It is installed on your own servers and used inside Outlook. Sales and service come first, marketing arrives with 3.0.\&quot;, \&quot;x\&quot;: [0, 0.205]}, {\&quot;y\&quot;: \&quot;2007\u20132012\&quot;, \&quot;n\&quot;: \&quot;Online &amp; dashboards\&quot;, \&quot;s\&quot;: \&quot;CRM goes to the cloud: multi-tenant 4.0, CRM Online, then CRM 2011 with solutions, dashboards and charts.\&quot;, \&quot;x\&quot;: [0.205, 0.395]}, {\&quot;y\&quot;: \&quot;2013\u20132015\&quot;, \&quot;n\&quot;: \&quot;Mobile &amp; new apps\&quot;, \&quot;s\&quot;: \&quot;A process-driven UI, apps for tablets and phones, and acquisitions that add portals, field service and marketing.\&quot;, \&quot;x\&quot;: [0.395, 0.59]}, {\&quot;y\&quot;: \&quot;2016\u20132022\&quot;, \&quot;n\&quot;: \&quot;Dynamics 365 &amp; platform\&quot;, \&quot;s\&quot;: \&quot;CRM becomes Dynamics 365: separate apps on a shared data platform (CDS, then Dataverse), the Unified Interface and two release waves a year.\&quot;, \&quot;x\&quot;: [0.59, 0.785]}, {\&quot;y\&quot;: \&quot;2023\u2013\&quot;, \&quot;n\&quot;: \&quot;Copilot &amp; agents\&quot;, \&quot;s\&quot;: \&quot;Generative AI in every app. Copilot drafts and summarises, and autonomous agents start doing parts of the work.\&quot;, \&quot;x\&quot;: [0.785, 1]}];\nconst LANES=[[\&quot;V\&quot;, \&quot;Versions\&quot;, \&quot;#081233\&quot;], [\&quot;C\&quot;, \&quot;Cloud &amp; platform\&quot;, \&quot;#0090A4\&quot;], [\&quot;A\&quot;, \&quot;Apps &amp; modules\&quot;, \&quot;#FF7F31\&quot;], [\&quot;X\&quot;, \&quot;UX &amp; insight\&quot;, \&quot;#5A6B8C\&quot;], [\&quot;I\&quot;, \&quot;AI\&quot;, \&quot;#B5179E\&quot;]];\nconst M=[{\&quot;t\&quot;: 2003.04, \&quot;d\&quot;: \&quot;Jan 2003\&quot;, \&quot;l\&quot;: \&quot;V\&quot;, \&quot;e\&quot;: 0, \&quot;k\&quot;: \&quot;1.0\&quot;, \&quot;n\&quot;: \&quot;Microsoft CRM 1.0\&quot;, \&quot;s\&quot;: \&quot;Launched as Microsoft Business Solutions CRM 1.0: sales and service on .NET and SQL Server, on-premises. The killer feature was working directly inside Outlook. Reports ran on Crystal Reports.\&quot;}, {\&quot;t\&quot;: 2003.95, \&quot;d\&quot;: \&quot;Dec 2003\&quot;, \&quot;l\&quot;: \&quot;V\&quot;, \&quot;e\&quot;: 0, \&quot;k\&quot;: \&quot;1.2\&quot;, \&quot;n\&quot;: \&quot;CRM 1.2\&quot;, \&quot;s\&quot;: \&quot;Less than a year after 1.0: easier customisation and integration with other business systems.\&quot;}, {\&quot;t\&quot;: 2005.95, \&quot;d\&quot;: \&quot;Dec 2005\&quot;, \&quot;l\&quot;: \&quot;V\&quot;, \&quot;e\&quot;: 0, \&quot;k\&quot;: \&quot;3.0\&quot;, \&quot;n\&quot;: \&quot;Dynamics CRM 3.0\&quot;, \&quot;s\&quot;: \&quot;Redesigned web client, Outlook client with offline use and SQL Server Reporting Services. The first version with broad customer uptake.\&quot;}, {\&quot;t\&quot;: 2005.95, \&quot;d\&quot;: \&quot;Dec 2005\&quot;, \&quot;l\&quot;: \&quot;A\&quot;, \&quot;e\&quot;: 0, \&quot;k\&quot;: \&quot;\&quot;, \&quot;n\&quot;: \&quot;Marketing arrives\&quot;, \&quot;s\&quot;: \&quot;CRM 3.0 adds a marketing area next to sales and service: campaigns, marketing lists and quick campaigns.\&quot;}, {\&quot;t\&quot;: 2007.95, \&quot;d\&quot;: \&quot;Dec 2007\&quot;, \&quot;l\&quot;: \&quot;V\&quot;, \&quot;e\&quot;: 1, \&quot;k\&quot;: \&quot;4.0\&quot;, \&quot;n\&quot;: \&quot;Dynamics CRM 4.0 \u201cTitan\u201d\&quot;, \&quot;s\&quot;: \&quot;Multi-tenancy, multi-language and multi-currency, data import and mail merge. Passed 1 million users in July 2009.\&quot;}, {\&quot;t\&quot;: 2008.3, \&quot;d\&quot;: \&quot;22 Apr 2008\&quot;, \&quot;l\&quot;: \&quot;C\&quot;, \&quot;e\&quot;: 1, \&quot;k\&quot;: \&quot;\&quot;, \&quot;n\&quot;: \&quot;CRM Online launches\&quot;, \&quot;s\&quot;: \&quot;Microsoft-hosted CRM Online goes live in the US and Canada with per-user monthly pricing and no installation. Microsoft's first CRM in the cloud.\&quot;}, {\&quot;t\&quot;: 2009.5, \&quot;d\&quot;: \&quot;2009\&quot;, \&quot;l\&quot;: \&quot;X\&quot;, \&quot;e\&quot;: 1, \&quot;k\&quot;: \&quot;\&quot;, \&quot;n\&quot;: \&quot;Mobile Express\&quot;, \&quot;s\&quot;: \&quot;A lightweight browser client for phones on CRM 4.0. The first step towards CRM on the move.\&quot;}, {\&quot;t\&quot;: 2011.04, \&quot;d\&quot;: \&quot;Jan 2011\&quot;, \&quot;l\&quot;: \&quot;C\&quot;, \&quot;e\&quot;: 1, \&quot;k\&quot;: \&quot;\&quot;, \&quot;n\&quot;: \&quot;CRM Online goes global\&quot;, \&quot;s\&quot;: \&quot;CRM Online 2011 opens in 40 markets around the world.\&quot;}, {\&quot;t\&quot;: 2011.12, \&quot;d\&quot;: \&quot;Feb 2011\&quot;, \&quot;l\&quot;: \&quot;V\&quot;, \&quot;e\&quot;: 1, \&quot;k\&quot;: \&quot;2011\&quot;, \&quot;n\&quot;: \&quot;Dynamics CRM 2011\&quot;, \&quot;s\&quot;: \&quot;Solutions and solution layers for packaging customisations, the Office ribbon, and a move from 2\u20133 year cycles to twice-yearly updates.\&quot;}, {\&quot;t\&quot;: 2011.12, \&quot;d\&quot;: \&quot;Feb 2011\&quot;, \&quot;l\&quot;: \&quot;X\&quot;, \&quot;e\&quot;: 1, \&quot;k\&quot;: \&quot;\&quot;, \&quot;n\&quot;: \&quot;Dashboards &amp; charts\&quot;, \&quot;s\&quot;: \&quot;CRM 2011 introduces real-time dashboards and inline charts: the first built-in visual view of the business.\&quot;}, {\&quot;t\&quot;: 2012.8, \&quot;d\&quot;: \&quot;Oct 2012\&quot;, \&quot;l\&quot;: \&quot;A\&quot;, \&quot;e\&quot;: 1, \&quot;k\&quot;: \&quot;\&quot;, \&quot;n\&quot;: \&quot;MarketingPilot acquired\&quot;, \&quot;s\&quot;: \&quot;Becomes Microsoft Dynamics Marketing, a separate marketing resource and campaign management tool.\&quot;}, {\&quot;t\&quot;: 2013.87, \&quot;d\&quot;: \&quot;Nov 2013\&quot;, \&quot;l\&quot;: \&quot;V\&quot;, \&quot;e\&quot;: 2, \&quot;k\&quot;: \&quot;2013\&quot;, \&quot;n\&quot;: \&quot;Dynamics CRM 2013\&quot;, \&quot;s\&quot;: \&quot;A flat, process-driven UI with business process flows. CRM 2013 Online opened for sign-ups in October 2013.\&quot;}, {\&quot;t\&quot;: 2013.87, \&quot;d\&quot;: \&quot;2013\&quot;, \&quot;l\&quot;: \&quot;X\&quot;, \&quot;e\&quot;: 2, \&quot;k\&quot;: \&quot;\&quot;, \&quot;n\&quot;: \&quot;Tablet &amp; phone apps\&quot;, \&quot;s\&quot;: \&quot;Native apps for Windows 8 and iOS tablets, plus phone access on Windows Phone, Android and iOS.\&quot;}, {\&quot;t\&quot;: 2014.04, \&quot;d\&quot;: \&quot;Jan 2014\&quot;, \&quot;l\&quot;: \&quot;A\&quot;, \&quot;e\&quot;: 2, \&quot;k\&quot;: \&quot;\&quot;, \&quot;n\&quot;: \&quot;Parature acquired\&quot;, \&quot;s\&quot;: \&quot;Self-service portals and knowledge management for customer service.\&quot;}, {\&quot;t\&quot;: 2014.9, \&quot;d\&quot;: \&quot;Late 2014\&quot;, \&quot;l\&quot;: \&quot;V\&quot;, \&quot;e\&quot;: 2, \&quot;k\&quot;: \&quot;2015\&quot;, \&quot;n\&quot;: \&quot;Dynamics CRM 2015\&quot;, \&quot;s\&quot;: \&quot;Hierarchy visualisation, calculated and rollup fields, guided sales processes and product bundles.\&quot;}, {\&quot;t\&quot;: 2015.54, \&quot;d\&quot;: \&quot;16 Jul 2015\&quot;, \&quot;l\&quot;: \&quot;A\&quot;, \&quot;e\&quot;: 2, \&quot;k\&quot;: \&quot;\&quot;, \&quot;n\&quot;: \&quot;FieldOne acquired\&quot;, \&quot;s\&quot;: \&quot;Field service built on Dynamics CRM: work orders, scheduling, inventory and mobile technicians. The root of today's Dynamics 365 Field Service.\&quot;}, {\&quot;t\&quot;: 2015.7, \&quot;d\&quot;: \&quot;Sep 2015\&quot;, \&quot;l\&quot;: \&quot;A\&quot;, \&quot;e\&quot;: 2, \&quot;k\&quot;: \&quot;\&quot;, \&quot;n\&quot;: \&quot;Adxstudio acquired\&quot;, \&quot;s\&quot;: \&quot;Web portals for customers and partners, later Dynamics 365 Portals and today Power Pages.\&quot;}, {\&quot;t\&quot;: 2015.91, \&quot;d\&quot;: \&quot;Nov 2015\&quot;, \&quot;l\&quot;: \&quot;V\&quot;, \&quot;e\&quot;: 2, \&quot;k\&quot;: \&quot;2016\&quot;, \&quot;n\&quot;: \&quot;Dynamics CRM 2016\&quot;, \&quot;s\&quot;: \&quot;Excel and Word templates, document generation and the interactive service hub. The last version to carry the \u201cCRM\u201d name.\&quot;}, {\&quot;t\&quot;: 2016.84, \&quot;d\&quot;: \&quot;1 Nov 2016\&quot;, \&quot;l\&quot;: \&quot;V\&quot;, \&quot;e\&quot;: 3, \&quot;k\&quot;: \&quot;D365\&quot;, \&quot;n\&quot;: \&quot;Dynamics 365 is born\&quot;, \&quot;s\&quot;: \&quot;CRM and ERP become one family of cloud apps: Sales, Customer Service, Field Service and Project Service Automation, licensed app by app.\&quot;}, {\&quot;t\&quot;: 2017.8, \&quot;d\&quot;: \&quot;Oct 2017\&quot;, \&quot;l\&quot;: \&quot;X\&quot;, \&quot;e\&quot;: 3, \&quot;k\&quot;: \&quot;\&quot;, \&quot;n\&quot;: \&quot;v9.0 &amp; Unified Interface\&quot;, \&quot;s\&quot;: \&quot;A responsive Unified Interface gives one experience on desktop, tablet and phone, with new Hub apps for Sales, Service and Field Service.\&quot;}, {\&quot;t\&quot;: 2018.22, \&quot;d\&quot;: \&quot;Spring 2018\&quot;, \&quot;l\&quot;: \&quot;C\&quot;, \&quot;e\&quot;: 3, \&quot;k\&quot;: \&quot;\&quot;, \&quot;n\&quot;: \&quot;Common Data Service\&quot;, \&quot;s\&quot;: \&quot;The CRM data model opens up as the Common Data Service for PowerApps, Flow and Power BI. CRM becomes a platform.\&quot;}, {\&quot;t\&quot;: 2018.25, \&quot;d\&quot;: \&quot;2 Apr 2018\&quot;, \&quot;l\&quot;: \&quot;A\&quot;, \&quot;e\&quot;: 3, \&quot;k\&quot;: \&quot;\&quot;, \&quot;n\&quot;: \&quot;Dynamics 365 Marketing\&quot;, \&quot;s\&quot;: \&quot;A new marketing automation app on the Common Data Service: customer journeys, events, forms and lead scoring.\&quot;}, {\&quot;t\&quot;: 2018.28, \&quot;d\&quot;: \&quot;Spring 2018\&quot;, \&quot;l\&quot;: \&quot;I\&quot;, \&quot;e\&quot;: 3, \&quot;k\&quot;: \&quot;\&quot;, \&quot;n\&quot;: \&quot;First built-in AI for sellers\&quot;, \&quot;s\&quot;: \&quot;Relationship assistant, email auto-capture and email engagement, with relationship analytics through Sales Insights.\&quot;}, {\&quot;t\&quot;: 2019.3, \&quot;d\&quot;: \&quot;Apr 2019\&quot;, \&quot;l\&quot;: \&quot;C\&quot;, \&quot;e\&quot;: 3, \&quot;k\&quot;: \&quot;\&quot;, \&quot;n\&quot;: \&quot;Release waves\&quot;, \&quot;s\&quot;: \&quot;Two release waves a year with release plans published in advance. No more big version upgrades.\&quot;}, {\&quot;t\&quot;: 2020.87, \&quot;d\&quot;: \&quot;Nov 2020\&quot;, \&quot;l\&quot;: \&quot;C\&quot;, \&quot;e\&quot;: 3, \&quot;k\&quot;: \&quot;\&quot;, \&quot;n\&quot;: \&quot;Dataverse\&quot;, \&quot;s\&quot;: \&quot;The Common Data Service is renamed Microsoft Dataverse: the shared data foundation for Dynamics 365 and the Power Platform.\&quot;}, {\&quot;t\&quot;: 2023.18, \&quot;d\&quot;: \&quot;Mar 2023\&quot;, \&quot;l\&quot;: \&quot;I\&quot;, \&quot;e\&quot;: 4, \&quot;k\&quot;: \&quot;\&quot;, \&quot;n\&quot;: \&quot;Dynamics 365 Copilot\&quot;, \&quot;s\&quot;: \&quot;Generative AI comes to CRM: email drafts, record and meeting summaries, and Copilot in Sales and Customer Service.\&quot;}, {\&quot;t\&quot;: 2023.67, \&quot;d\&quot;: \&quot;1 Sep 2023\&quot;, \&quot;l\&quot;: \&quot;A\&quot;, \&quot;e\&quot;: 4, \&quot;k\&quot;: \&quot;\&quot;, \&quot;n\&quot;: \&quot;Customer Insights \u2013 Journeys\&quot;, \&quot;s\&quot;: \&quot;Dynamics 365 Marketing is renamed Customer Insights \u2013 Journeys, focusing on real-time, trigger-based customer journeys.\&quot;}, {\&quot;t\&quot;: 2024.8, \&quot;d\&quot;: \&quot;21 Oct 2024\&quot;, \&quot;l\&quot;: \&quot;I\&quot;, \&quot;e\&quot;: 4, \&quot;k\&quot;: \&quot;\&quot;, \&quot;n\&quot;: \&quot;Autonomous agents\&quot;, \&quot;s\&quot;: \&quot;Ten autonomous agents announced for Dynamics 365, such as the Sales Qualification Agent that researches and prioritises leads.\&quot;}];\nlet sel=0;\nconst NS=\&quot;http://www.w3.org/2000/svg\&quot;,svg=document.getElementById(\&quot;svg\&quot;);\nconst T0=2002.6,T1=2026.4,X0=128,X1=1190,LY0=30,LH=31;\nconst xt=t=&gt;X0+(t-T0)/(T1-T0)*(X1-X0);\nconst laneIdx=l=&gt;LANES.findIndex(x=&gt;x[0]==l);\nconst BOUND=[T0,2006.97,2012.97,2015.97,2022.97,T1];\nfunction el(t,a,p){const e=document.createElementNS(NS,t);for(const k in a)e.setAttribute(k,a[k]);(p||svg).appendChild(e);return e}\nfunction h(t,c,p,txt){const e=document.createElement(t);if(c)e.className=c;if(txt!=null)e.textContent=txt;p&amp;&amp;p.appendChild(e);return e}\n// static: picture overlays + hotspots\nconst pic=document.getElementById(\&quot;pic\&quot;),erasEl=document.getElementById(\&quot;eras\&quot;);\nerasEl.style.gridTemplateColumns=ERAS.map(e=&gt;((e.x[1]-e.x[0])*100).toFixed(1)+\&quot;fr\&quot;).join(\&quot; \&quot;);\nERAS.forEach((e,i)=&gt;{\n  const s=h(\&quot;div\&quot;,\&quot;shade\&quot;,pic);s.style.left=e.x[0]*100+\&quot;%\&quot;;s.style.width=(e.x[1]-e.x[0])*100+\&quot;%\&quot;;\n  const b=h(\&quot;button\&quot;,\&quot;fig\&quot;,pic);b.type=\&quot;button\&quot;;b.style.left=e.x[0]*100+\&quot;%\&quot;;b.style.width=(e.x[1]-e.x[0])*100+\&quot;%\&quot;;b.setAttribute(\&quot;aria-label\&quot;,\&quot;Era \&quot;+(i+1)+\&quot;: \&quot;+e.y+\&quot; \&quot;+e.n);b.onclick=()=&gt;pickEra(i);\n  const eb=h(\&quot;button\&quot;,\&quot;\&quot;,erasEl);eb.type=\&quot;button\&quot;;h(\&quot;b\&quot;,\&quot;\&quot;,eb,e.y);h(\&quot;span\&quot;,\&quot;\&quot;,eb,e.n);eb.onclick=()=&gt;pickEra(i);\n});\nconst lg=document.getElementById(\&quot;legend\&quot;);\nLANES.forEach(l=&gt;{const s=h(\&quot;span\&quot;,\&quot;\&quot;,lg);const i=h(\&quot;i\&quot;,\&quot;\&quot;,s);i.style.background=l[2];s.appendChild(document.createTextNode(l[1]))});\nfunction pickEra(i){const k=M.findIndex(m=&gt;m.e==i);if(k&gt;=0)pick(k)}\nfunction pick(k){sel=Math.max(0,Math.min(M.length-1,k));draw()}\nfunction draw(){\n  const m=M[sel],e=m.e,E=ERAS[e];\n  pic.querySelectorAll(\&quot;.shade\&quot;).forEach((s,i)=&gt;s.style.opacity=i==e?0:1);\n  erasEl.querySelectorAll(\&quot;button\&quot;).forEach((b,i)=&gt;b.setAttribute(\&quot;aria-pressed\&quot;,i==e?\&quot;true\&quot;:\&quot;false\&quot;));\n  document.getElementById(\&quot;ey\&quot;).textContent=\&quot;Era \&quot;+(e+1)+\&quot; of 5  \u00b7  \&quot;+E.y;\n  document.getElementById(\&quot;en\&quot;).textContent=E.n;\n  document.getElementById(\&quot;es\&quot;).textContent=E.s;\n  const ul=document.getElementById(\&quot;list\&quot;);ul.textContent=\&quot;\&quot;;\n  M.forEach((x,k)=&gt;{if(x.e!=e)return;const li=h(\&quot;li\&quot;,k==sel?\&quot;on\&quot;:\&quot;\&quot;,ul);const b=h(\&quot;button\&quot;,\&quot;\&quot;,li);b.type=\&quot;button\&quot;;\n    h(\&quot;span\&quot;,\&quot;dt\&quot;,b,x.d);const n=h(\&quot;span\&quot;,\&quot;nm\&quot;,b);const i=h(\&quot;i\&quot;,\&quot;\&quot;,n);i.style.background=LANES[laneIdx(x.l)][2];n.appendChild(document.createTextNode(x.n));\n    h(\&quot;span\&quot;,\&quot;ds\&quot;,b,x.s);b.onclick=()=&gt;pick(k)});\n  document.getElementById(\&quot;cnt\&quot;).textContent=(sel+1)+\&quot; / \&quot;+M.length;\n  document.getElementById(\&quot;prev\&quot;).disabled=sel==0;document.getElementById(\&quot;next\&quot;).disabled=sel==M.length-1;\n  // timeline\n  svg.textContent=\&quot;\&quot;;\n  for(let i=0;i&lt;5;i++){const a=xt(BOUND[i]),b=xt(BOUND[i+1]);\n    el(\&quot;rect\&quot;,{x:a,y:LY0-22,width:b-a,height:LH*5+24,fill:i==e?\&quot;#FFF1E8\&quot;:(i%2?\&quot;#F4F5F8\&quot;:\&quot;#FFFFFF\&quot;),stroke:i==e?\&quot;#FF7F31\&quot;:\&quot;none\&quot;,\&quot;stroke-width\&quot;:i==e?1.5:0,class:\&quot;dot\&quot;}).addEventListener(\&quot;click\&quot;,()=&gt;pickEra(i));}\n  LANES.forEach((l,j)=&gt;{const y=LY0+j*LH+LH/2;\n    el(\&quot;line\&quot;,{x1:X0,x2:X1,y1:y,y2:y,stroke:\&quot;#DADADA\&quot;,\&quot;stroke-width\&quot;:1});\n    const t=el(\&quot;text\&quot;,{x:X0-8,y:y+4,\&quot;text-anchor\&quot;:\&quot;end\&quot;,\&quot;font-size\&quot;:12,\&quot;font-weight\&quot;:\&quot;700\&quot;,fill:l[2]});t.textContent=l[1];});\n  const yb=LY0+5*LH+2;\n  for(let yr=2003;yr&lt;=2026;yr++){const x=xt(yr);el(\&quot;line\&quot;,{x1:x,x2:x,y1:yb,y2:yb+(yr%5==0?7:4),stroke:\&quot;#000\&quot;,\&quot;stroke-width\&quot;:1});\n    if(yr%2==1||yr==2026){const t=el(\&quot;text\&quot;,{x:x,y:yb+18,\&quot;text-anchor\&quot;:\&quot;middle\&quot;,\&quot;font-size\&quot;:11,\&quot;font-weight\&quot;:yr==2003||yr==2026?\&quot;700\&quot;:\&quot;400\&quot;});t.textContent=yr}}\n  el(\&quot;line\&quot;,{x1:X0,x2:X1,y1:yb,y2:yb,stroke:\&quot;#000\&quot;,\&quot;stroke-width\&quot;:1});\n  M.forEach((x,k)=&gt;{const j=laneIdx(x.l),cx=xt(x.t),cy=LY0+j*LH+LH/2,c=LANES[j][2],on=k==sel;\n    const g=el(\&quot;g\&quot;,{class:\&quot;dot\&quot;,tabindex:0,role:\&quot;button\&quot;,\&quot;aria-label\&quot;:x.d+\&quot;: \&quot;+x.n,opacity:x.e==e?1:.35});\n    if(on)el(\&quot;circle\&quot;,{cx:cx,cy:cy,r:11,fill:\&quot;none\&quot;,stroke:\&quot;#FF7F31\&quot;,\&quot;stroke-width\&quot;:3},g);\n    el(\&quot;circle\&quot;,{cx:cx,cy:cy,r:on?7.5:6,fill:c,stroke:\&quot;#fff\&quot;,\&quot;stroke-width\&quot;:1.5},g);\n    if(x.k){const t=el(\&quot;text\&quot;,{x:cx,y:cy-10,\&quot;text-anchor\&quot;:\&quot;middle\&quot;,\&quot;font-size\&quot;:11,\&quot;font-weight\&quot;:\&quot;700\&quot;,fill:\&quot;#081233\&quot;},g);t.textContent=x.k}\n    el(\&quot;rect\&quot;,{x:cx-9,y:cy-14,width:18,height:28,fill:\&quot;transparent\&quot;},g);\n    g.addEventListener(\&quot;click\&quot;,ev=&gt;{ev.stopPropagation();pick(k)});\n    g.addEventListener(\&quot;keydown\&quot;,ev=&gt;{if(ev.key==\&quot;Enter\&quot;||ev.key==\&quot; \&quot;){ev.preventDefault();pick(k)}});\n  });\n  // callout for the selected milestone\n  const j=laneIdx(m.l),cx=xt(m.t),cy=LY0+j*LH+LH/2,lab=m.n,w=lab.length*6.6+14;\n  let bx=cx+14;if(bx+w&gt;X1)bx=cx-14-w;\n  const g=el(\&quot;g\&quot;,{\&quot;pointer-events\&quot;:\&quot;none\&quot;});\n  el(\&quot;rect\&quot;,{x:bx,y:cy-11,width:w,height:22,fill:\&quot;#081233\&quot;,rx:2},g);\n  const t=el(\&quot;text\&quot;,{x:bx+7,y:cy+4,\&quot;font-size\&quot;:12,\&quot;font-weight\&quot;:\&quot;700\&quot;,fill:\&quot;#fff\&quot;},g);t.textContent=lab;\n  scheduleFit();\n}\ndocument.getElementById(\&quot;prev\&quot;).onclick=()=&gt;pick(sel-1);\ndocument.getElementById(\&quot;next\&quot;).onclick=()=&gt;pick(sel+1);\naddEventListener(\&quot;keydown\&quot;,ev=&gt;{if(ev.key==\&quot;ArrowRight\&quot;){ev.preventDefault();pick(sel+1)}else if(ev.key==\&quot;ArrowLeft\&quot;){ev.preventDefault();pick(sel-1)}});\ndraw();\n&lt;/script&gt;\n&lt;/body&gt;\n&lt;/html&gt;\n&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otalTime>8</TotalTime>
  <Words>134</Words>
  <Application>Microsoft Office PowerPoint</Application>
  <PresentationFormat>Widescreen</PresentationFormat>
  <Paragraphs>7</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1_Office Theme</vt:lpstr>
      <vt:lpstr>Dynamics 365 CRM history 2003–2026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Dynamics 365 CRM history</dc:title>
  <dc:creator>Lasse Räty</dc:creator>
  <cp:lastModifiedBy>Lasse Räty</cp:lastModifiedBy>
  <cp:revision>2</cp:revision>
  <dcterms:created xsi:type="dcterms:W3CDTF">2026-10-23T07:12:39Z</dcterms:created>
  <dcterms:modified xsi:type="dcterms:W3CDTF">2026-10-23T08:06:55Z</dcterms:modified>
</cp:coreProperties>
</file>